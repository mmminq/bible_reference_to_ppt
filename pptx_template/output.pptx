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0" r:id="rId2"/>
  </p:sldMasterIdLst>
  <p:notesMasterIdLst>
    <p:notesMasterId r:id="rId4"/>
  </p:notesMasterIdLst>
  <p:sldIdLst>
    <p:sldId id="4772" r:id="rId3"/>
    <p:sldId id="4773" r:id="rId9"/>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100" d="100"/>
          <a:sy n="100" d="100"/>
        </p:scale>
        <p:origin x="298" y="41"/>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 Id="rId9"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7E1D49D-48C3-4654-940B-94FADE24DBDF}" type="datetimeFigureOut">
              <a:rPr lang="ko-KR" altLang="en-US" smtClean="0"/>
              <a:t>2025-07-17</a:t>
            </a:fld>
            <a:endParaRPr lang="ko-KR" altLang="en-US"/>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08290E5-5EE5-43B8-A18A-ABB6656D83BD}" type="slidenum">
              <a:rPr lang="ko-KR" altLang="en-US" smtClean="0"/>
              <a:t>‹#›</a:t>
            </a:fld>
            <a:endParaRPr lang="ko-KR" altLang="en-US"/>
          </a:p>
        </p:txBody>
      </p:sp>
    </p:spTree>
    <p:extLst>
      <p:ext uri="{BB962C8B-B14F-4D97-AF65-F5344CB8AC3E}">
        <p14:creationId xmlns:p14="http://schemas.microsoft.com/office/powerpoint/2010/main" val="1139628116"/>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C03B96-9B31-63B4-D6B9-93064D603CE3}"/>
            </a:ext>
          </a:extLst>
        </p:cNvPr>
        <p:cNvGrpSpPr/>
        <p:nvPr/>
      </p:nvGrpSpPr>
      <p:grpSpPr>
        <a:xfrm>
          <a:off x="0" y="0"/>
          <a:ext cx="0" cy="0"/>
          <a:chOff x="0" y="0"/>
          <a:chExt cx="0" cy="0"/>
        </a:xfrm>
      </p:grpSpPr>
      <p:sp>
        <p:nvSpPr>
          <p:cNvPr id="2" name="슬라이드 이미지 개체 틀 1">
            <a:extLst>
              <a:ext uri="{FF2B5EF4-FFF2-40B4-BE49-F238E27FC236}">
                <a16:creationId xmlns:a16="http://schemas.microsoft.com/office/drawing/2014/main" id="{44E35CC0-22A6-DF96-694D-0E65A5849136}"/>
              </a:ext>
            </a:extLst>
          </p:cNvPr>
          <p:cNvSpPr>
            <a:spLocks noGrp="1" noRot="1" noChangeAspect="1"/>
          </p:cNvSpPr>
          <p:nvPr>
            <p:ph type="sldImg"/>
          </p:nvPr>
        </p:nvSpPr>
        <p:spPr/>
      </p:sp>
      <p:sp>
        <p:nvSpPr>
          <p:cNvPr id="3" name="슬라이드 노트 개체 틀 2">
            <a:extLst>
              <a:ext uri="{FF2B5EF4-FFF2-40B4-BE49-F238E27FC236}">
                <a16:creationId xmlns:a16="http://schemas.microsoft.com/office/drawing/2014/main" id="{0E0BBEC3-DF55-4534-C0C2-EF20A46F7011}"/>
              </a:ext>
            </a:extLst>
          </p:cNvPr>
          <p:cNvSpPr>
            <a:spLocks noGrp="1"/>
          </p:cNvSpPr>
          <p:nvPr>
            <p:ph type="body" idx="1"/>
          </p:nvPr>
        </p:nvSpPr>
        <p:spPr/>
        <p:txBody>
          <a:bodyPr/>
          <a:lstStyle/>
          <a:p>
            <a:endParaRPr kumimoji="1" lang="ko-Kore-KR" altLang="en-US" dirty="0"/>
          </a:p>
        </p:txBody>
      </p:sp>
      <p:sp>
        <p:nvSpPr>
          <p:cNvPr id="4" name="슬라이드 번호 개체 틀 3">
            <a:extLst>
              <a:ext uri="{FF2B5EF4-FFF2-40B4-BE49-F238E27FC236}">
                <a16:creationId xmlns:a16="http://schemas.microsoft.com/office/drawing/2014/main" id="{F6CEC903-7C7E-3191-A128-2B9621AF3A65}"/>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A4ECCC45-F207-3B42-B10B-6DF28C56C96A}" type="slidenum">
              <a:rPr kumimoji="1" lang="ko-Kore-KR" altLang="en-US" sz="1200" b="0" i="0" u="none" strike="noStrike" kern="1200" cap="none" spc="0" normalizeH="0" baseline="0" noProof="0" smtClean="0">
                <a:ln>
                  <a:noFill/>
                </a:ln>
                <a:solidFill>
                  <a:prstClr val="black"/>
                </a:solidFill>
                <a:effectLst/>
                <a:uLnTx/>
                <a:uFillTx/>
                <a:latin typeface="맑은 고딕" panose="020F0502020204030204"/>
                <a:ea typeface="굴림" panose="020B0600000101010101" pitchFamily="34" charset="-127"/>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1" lang="ko-Kore-KR" altLang="en-US" sz="1200" b="0" i="0" u="none" strike="noStrike" kern="1200" cap="none" spc="0" normalizeH="0" baseline="0" noProof="0">
              <a:ln>
                <a:noFill/>
              </a:ln>
              <a:solidFill>
                <a:prstClr val="black"/>
              </a:solidFill>
              <a:effectLst/>
              <a:uLnTx/>
              <a:uFillTx/>
              <a:latin typeface="맑은 고딕" panose="020F0502020204030204"/>
              <a:ea typeface="굴림" panose="020B0600000101010101" pitchFamily="34" charset="-127"/>
              <a:cs typeface="+mn-cs"/>
            </a:endParaRPr>
          </a:p>
        </p:txBody>
      </p:sp>
    </p:spTree>
    <p:extLst>
      <p:ext uri="{BB962C8B-B14F-4D97-AF65-F5344CB8AC3E}">
        <p14:creationId xmlns:p14="http://schemas.microsoft.com/office/powerpoint/2010/main" val="90032914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A6D1410C-B4CA-3083-36DE-FCAFA0942A67}"/>
              </a:ext>
            </a:extLst>
          </p:cNvPr>
          <p:cNvSpPr>
            <a:spLocks noGrp="1"/>
          </p:cNvSpPr>
          <p:nvPr>
            <p:ph type="ctrTitle"/>
          </p:nvPr>
        </p:nvSpPr>
        <p:spPr>
          <a:xfrm>
            <a:off x="1524000" y="1122363"/>
            <a:ext cx="9144000" cy="2387600"/>
          </a:xfrm>
        </p:spPr>
        <p:txBody>
          <a:bodyPr anchor="b"/>
          <a:lstStyle>
            <a:lvl1pPr algn="ctr">
              <a:defRPr sz="6000"/>
            </a:lvl1pPr>
          </a:lstStyle>
          <a:p>
            <a:r>
              <a:rPr lang="ko-KR" altLang="en-US"/>
              <a:t>마스터 제목 스타일 편집</a:t>
            </a:r>
          </a:p>
        </p:txBody>
      </p:sp>
      <p:sp>
        <p:nvSpPr>
          <p:cNvPr id="3" name="부제목 2">
            <a:extLst>
              <a:ext uri="{FF2B5EF4-FFF2-40B4-BE49-F238E27FC236}">
                <a16:creationId xmlns:a16="http://schemas.microsoft.com/office/drawing/2014/main" id="{D8C16DA8-E357-48E5-8E70-253F2E4765E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클릭하여 마스터 부제목 스타일 편집</a:t>
            </a:r>
          </a:p>
        </p:txBody>
      </p:sp>
      <p:sp>
        <p:nvSpPr>
          <p:cNvPr id="4" name="날짜 개체 틀 3">
            <a:extLst>
              <a:ext uri="{FF2B5EF4-FFF2-40B4-BE49-F238E27FC236}">
                <a16:creationId xmlns:a16="http://schemas.microsoft.com/office/drawing/2014/main" id="{07D93BAA-74E4-C4E1-E2AE-68CFCB35A91E}"/>
              </a:ext>
            </a:extLst>
          </p:cNvPr>
          <p:cNvSpPr>
            <a:spLocks noGrp="1"/>
          </p:cNvSpPr>
          <p:nvPr>
            <p:ph type="dt" sz="half" idx="10"/>
          </p:nvPr>
        </p:nvSpPr>
        <p:spPr/>
        <p:txBody>
          <a:bodyPr/>
          <a:lstStyle/>
          <a:p>
            <a:fld id="{502CD248-AE16-47FA-AF5A-2F10FD8A8207}" type="datetimeFigureOut">
              <a:rPr lang="ko-KR" altLang="en-US" smtClean="0"/>
              <a:t>2025-07-17</a:t>
            </a:fld>
            <a:endParaRPr lang="ko-KR" altLang="en-US"/>
          </a:p>
        </p:txBody>
      </p:sp>
      <p:sp>
        <p:nvSpPr>
          <p:cNvPr id="5" name="바닥글 개체 틀 4">
            <a:extLst>
              <a:ext uri="{FF2B5EF4-FFF2-40B4-BE49-F238E27FC236}">
                <a16:creationId xmlns:a16="http://schemas.microsoft.com/office/drawing/2014/main" id="{09D2A7D5-EDA6-B1E4-04DA-3E939DDD7363}"/>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5D2E7B02-9422-6F2B-9C1D-071F28DAB74B}"/>
              </a:ext>
            </a:extLst>
          </p:cNvPr>
          <p:cNvSpPr>
            <a:spLocks noGrp="1"/>
          </p:cNvSpPr>
          <p:nvPr>
            <p:ph type="sldNum" sz="quarter" idx="12"/>
          </p:nvPr>
        </p:nvSpPr>
        <p:spPr/>
        <p:txBody>
          <a:bodyPr/>
          <a:lstStyle/>
          <a:p>
            <a:fld id="{90C08405-68B1-41BF-8C7D-301B56B5E2D1}" type="slidenum">
              <a:rPr lang="ko-KR" altLang="en-US" smtClean="0"/>
              <a:t>‹#›</a:t>
            </a:fld>
            <a:endParaRPr lang="ko-KR" altLang="en-US"/>
          </a:p>
        </p:txBody>
      </p:sp>
    </p:spTree>
    <p:extLst>
      <p:ext uri="{BB962C8B-B14F-4D97-AF65-F5344CB8AC3E}">
        <p14:creationId xmlns:p14="http://schemas.microsoft.com/office/powerpoint/2010/main" val="364274769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B01EFFA-9DFC-8E6D-A5CD-34A2AD7E3CDA}"/>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F9066884-F04C-FF61-41C1-3F5473681AE9}"/>
              </a:ext>
            </a:extLst>
          </p:cNvPr>
          <p:cNvSpPr>
            <a:spLocks noGrp="1"/>
          </p:cNvSpPr>
          <p:nvPr>
            <p:ph idx="1"/>
          </p:nvPr>
        </p:nvSpPr>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F1A78DDF-49B0-CAEB-032A-9015199D1DA0}"/>
              </a:ext>
            </a:extLst>
          </p:cNvPr>
          <p:cNvSpPr>
            <a:spLocks noGrp="1"/>
          </p:cNvSpPr>
          <p:nvPr>
            <p:ph type="dt" sz="half" idx="10"/>
          </p:nvPr>
        </p:nvSpPr>
        <p:spPr/>
        <p:txBody>
          <a:bodyPr/>
          <a:lstStyle/>
          <a:p>
            <a:fld id="{502CD248-AE16-47FA-AF5A-2F10FD8A8207}" type="datetimeFigureOut">
              <a:rPr lang="ko-KR" altLang="en-US" smtClean="0"/>
              <a:t>2025-07-17</a:t>
            </a:fld>
            <a:endParaRPr lang="ko-KR" altLang="en-US"/>
          </a:p>
        </p:txBody>
      </p:sp>
      <p:sp>
        <p:nvSpPr>
          <p:cNvPr id="5" name="바닥글 개체 틀 4">
            <a:extLst>
              <a:ext uri="{FF2B5EF4-FFF2-40B4-BE49-F238E27FC236}">
                <a16:creationId xmlns:a16="http://schemas.microsoft.com/office/drawing/2014/main" id="{047377AD-A50B-9DF7-6ABD-896EE9D02C7A}"/>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05692B5C-1F6F-0C83-06E1-D13E63146CFA}"/>
              </a:ext>
            </a:extLst>
          </p:cNvPr>
          <p:cNvSpPr>
            <a:spLocks noGrp="1"/>
          </p:cNvSpPr>
          <p:nvPr>
            <p:ph type="sldNum" sz="quarter" idx="12"/>
          </p:nvPr>
        </p:nvSpPr>
        <p:spPr/>
        <p:txBody>
          <a:bodyPr/>
          <a:lstStyle/>
          <a:p>
            <a:fld id="{90C08405-68B1-41BF-8C7D-301B56B5E2D1}" type="slidenum">
              <a:rPr lang="ko-KR" altLang="en-US" smtClean="0"/>
              <a:t>‹#›</a:t>
            </a:fld>
            <a:endParaRPr lang="ko-KR" altLang="en-US"/>
          </a:p>
        </p:txBody>
      </p:sp>
    </p:spTree>
    <p:extLst>
      <p:ext uri="{BB962C8B-B14F-4D97-AF65-F5344CB8AC3E}">
        <p14:creationId xmlns:p14="http://schemas.microsoft.com/office/powerpoint/2010/main" val="17430368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E74053BB-41CE-26DF-9C2E-D80317C5D2BF}"/>
              </a:ext>
            </a:extLst>
          </p:cNvPr>
          <p:cNvSpPr>
            <a:spLocks noGrp="1"/>
          </p:cNvSpPr>
          <p:nvPr>
            <p:ph type="title"/>
          </p:nvPr>
        </p:nvSpPr>
        <p:spPr>
          <a:xfrm>
            <a:off x="831850" y="1709738"/>
            <a:ext cx="10515600" cy="2852737"/>
          </a:xfrm>
        </p:spPr>
        <p:txBody>
          <a:bodyPr anchor="b"/>
          <a:lstStyle>
            <a:lvl1pPr>
              <a:defRPr sz="6000"/>
            </a:lvl1pPr>
          </a:lstStyle>
          <a:p>
            <a:r>
              <a:rPr lang="ko-KR" altLang="en-US"/>
              <a:t>마스터 제목 스타일 편집</a:t>
            </a:r>
          </a:p>
        </p:txBody>
      </p:sp>
      <p:sp>
        <p:nvSpPr>
          <p:cNvPr id="3" name="텍스트 개체 틀 2">
            <a:extLst>
              <a:ext uri="{FF2B5EF4-FFF2-40B4-BE49-F238E27FC236}">
                <a16:creationId xmlns:a16="http://schemas.microsoft.com/office/drawing/2014/main" id="{2497FE54-22BC-7A13-8530-F6795E441FA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ko-KR" altLang="en-US"/>
              <a:t>마스터 텍스트 스타일을 편집하려면 클릭</a:t>
            </a:r>
          </a:p>
        </p:txBody>
      </p:sp>
      <p:sp>
        <p:nvSpPr>
          <p:cNvPr id="4" name="날짜 개체 틀 3">
            <a:extLst>
              <a:ext uri="{FF2B5EF4-FFF2-40B4-BE49-F238E27FC236}">
                <a16:creationId xmlns:a16="http://schemas.microsoft.com/office/drawing/2014/main" id="{E39C7B9D-E03A-391D-E537-58E049904EF3}"/>
              </a:ext>
            </a:extLst>
          </p:cNvPr>
          <p:cNvSpPr>
            <a:spLocks noGrp="1"/>
          </p:cNvSpPr>
          <p:nvPr>
            <p:ph type="dt" sz="half" idx="10"/>
          </p:nvPr>
        </p:nvSpPr>
        <p:spPr/>
        <p:txBody>
          <a:bodyPr/>
          <a:lstStyle/>
          <a:p>
            <a:fld id="{502CD248-AE16-47FA-AF5A-2F10FD8A8207}" type="datetimeFigureOut">
              <a:rPr lang="ko-KR" altLang="en-US" smtClean="0"/>
              <a:t>2025-07-17</a:t>
            </a:fld>
            <a:endParaRPr lang="ko-KR" altLang="en-US"/>
          </a:p>
        </p:txBody>
      </p:sp>
      <p:sp>
        <p:nvSpPr>
          <p:cNvPr id="5" name="바닥글 개체 틀 4">
            <a:extLst>
              <a:ext uri="{FF2B5EF4-FFF2-40B4-BE49-F238E27FC236}">
                <a16:creationId xmlns:a16="http://schemas.microsoft.com/office/drawing/2014/main" id="{CE2A9BEF-C78E-C99C-D0D4-F8BA67E67A52}"/>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F68A8CDA-CC8B-A57D-B2F3-B35B8AE156B5}"/>
              </a:ext>
            </a:extLst>
          </p:cNvPr>
          <p:cNvSpPr>
            <a:spLocks noGrp="1"/>
          </p:cNvSpPr>
          <p:nvPr>
            <p:ph type="sldNum" sz="quarter" idx="12"/>
          </p:nvPr>
        </p:nvSpPr>
        <p:spPr/>
        <p:txBody>
          <a:bodyPr/>
          <a:lstStyle/>
          <a:p>
            <a:fld id="{90C08405-68B1-41BF-8C7D-301B56B5E2D1}" type="slidenum">
              <a:rPr lang="ko-KR" altLang="en-US" smtClean="0"/>
              <a:t>‹#›</a:t>
            </a:fld>
            <a:endParaRPr lang="ko-KR" altLang="en-US"/>
          </a:p>
        </p:txBody>
      </p:sp>
    </p:spTree>
    <p:extLst>
      <p:ext uri="{BB962C8B-B14F-4D97-AF65-F5344CB8AC3E}">
        <p14:creationId xmlns:p14="http://schemas.microsoft.com/office/powerpoint/2010/main" val="108987256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966BD9B2-5097-B8E6-61D6-DA36B2CBFA14}"/>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B4F5F650-4199-B012-07B9-E1086FA7A13F}"/>
              </a:ext>
            </a:extLst>
          </p:cNvPr>
          <p:cNvSpPr>
            <a:spLocks noGrp="1"/>
          </p:cNvSpPr>
          <p:nvPr>
            <p:ph sz="half" idx="1"/>
          </p:nvPr>
        </p:nvSpPr>
        <p:spPr>
          <a:xfrm>
            <a:off x="838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내용 개체 틀 3">
            <a:extLst>
              <a:ext uri="{FF2B5EF4-FFF2-40B4-BE49-F238E27FC236}">
                <a16:creationId xmlns:a16="http://schemas.microsoft.com/office/drawing/2014/main" id="{861E7E30-6919-060F-9C71-B527F320D6D7}"/>
              </a:ext>
            </a:extLst>
          </p:cNvPr>
          <p:cNvSpPr>
            <a:spLocks noGrp="1"/>
          </p:cNvSpPr>
          <p:nvPr>
            <p:ph sz="half" idx="2"/>
          </p:nvPr>
        </p:nvSpPr>
        <p:spPr>
          <a:xfrm>
            <a:off x="6172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날짜 개체 틀 4">
            <a:extLst>
              <a:ext uri="{FF2B5EF4-FFF2-40B4-BE49-F238E27FC236}">
                <a16:creationId xmlns:a16="http://schemas.microsoft.com/office/drawing/2014/main" id="{E1B4D85A-1458-98DF-4F0F-A00FFE320CBE}"/>
              </a:ext>
            </a:extLst>
          </p:cNvPr>
          <p:cNvSpPr>
            <a:spLocks noGrp="1"/>
          </p:cNvSpPr>
          <p:nvPr>
            <p:ph type="dt" sz="half" idx="10"/>
          </p:nvPr>
        </p:nvSpPr>
        <p:spPr/>
        <p:txBody>
          <a:bodyPr/>
          <a:lstStyle/>
          <a:p>
            <a:fld id="{502CD248-AE16-47FA-AF5A-2F10FD8A8207}" type="datetimeFigureOut">
              <a:rPr lang="ko-KR" altLang="en-US" smtClean="0"/>
              <a:t>2025-07-17</a:t>
            </a:fld>
            <a:endParaRPr lang="ko-KR" altLang="en-US"/>
          </a:p>
        </p:txBody>
      </p:sp>
      <p:sp>
        <p:nvSpPr>
          <p:cNvPr id="6" name="바닥글 개체 틀 5">
            <a:extLst>
              <a:ext uri="{FF2B5EF4-FFF2-40B4-BE49-F238E27FC236}">
                <a16:creationId xmlns:a16="http://schemas.microsoft.com/office/drawing/2014/main" id="{39A3296A-8C4F-809B-6630-974002B337F9}"/>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E9F188EB-A03D-5493-D967-D287A3690C14}"/>
              </a:ext>
            </a:extLst>
          </p:cNvPr>
          <p:cNvSpPr>
            <a:spLocks noGrp="1"/>
          </p:cNvSpPr>
          <p:nvPr>
            <p:ph type="sldNum" sz="quarter" idx="12"/>
          </p:nvPr>
        </p:nvSpPr>
        <p:spPr/>
        <p:txBody>
          <a:bodyPr/>
          <a:lstStyle/>
          <a:p>
            <a:fld id="{90C08405-68B1-41BF-8C7D-301B56B5E2D1}" type="slidenum">
              <a:rPr lang="ko-KR" altLang="en-US" smtClean="0"/>
              <a:t>‹#›</a:t>
            </a:fld>
            <a:endParaRPr lang="ko-KR" altLang="en-US"/>
          </a:p>
        </p:txBody>
      </p:sp>
    </p:spTree>
    <p:extLst>
      <p:ext uri="{BB962C8B-B14F-4D97-AF65-F5344CB8AC3E}">
        <p14:creationId xmlns:p14="http://schemas.microsoft.com/office/powerpoint/2010/main" val="9966242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181D7EEA-0EC4-5D4D-7540-0A8784DB1CE3}"/>
              </a:ext>
            </a:extLst>
          </p:cNvPr>
          <p:cNvSpPr>
            <a:spLocks noGrp="1"/>
          </p:cNvSpPr>
          <p:nvPr>
            <p:ph type="title"/>
          </p:nvPr>
        </p:nvSpPr>
        <p:spPr>
          <a:xfrm>
            <a:off x="839788" y="365125"/>
            <a:ext cx="10515600" cy="1325563"/>
          </a:xfrm>
        </p:spPr>
        <p:txBody>
          <a:bodyPr/>
          <a:lstStyle/>
          <a:p>
            <a:r>
              <a:rPr lang="ko-KR" altLang="en-US"/>
              <a:t>마스터 제목 스타일 편집</a:t>
            </a:r>
          </a:p>
        </p:txBody>
      </p:sp>
      <p:sp>
        <p:nvSpPr>
          <p:cNvPr id="3" name="텍스트 개체 틀 2">
            <a:extLst>
              <a:ext uri="{FF2B5EF4-FFF2-40B4-BE49-F238E27FC236}">
                <a16:creationId xmlns:a16="http://schemas.microsoft.com/office/drawing/2014/main" id="{43E93683-E8D0-D0A2-163B-363A9D52848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4" name="내용 개체 틀 3">
            <a:extLst>
              <a:ext uri="{FF2B5EF4-FFF2-40B4-BE49-F238E27FC236}">
                <a16:creationId xmlns:a16="http://schemas.microsoft.com/office/drawing/2014/main" id="{08CB7FC5-FC2A-EA56-069A-F8672314DC4F}"/>
              </a:ext>
            </a:extLst>
          </p:cNvPr>
          <p:cNvSpPr>
            <a:spLocks noGrp="1"/>
          </p:cNvSpPr>
          <p:nvPr>
            <p:ph sz="half" idx="2"/>
          </p:nvPr>
        </p:nvSpPr>
        <p:spPr>
          <a:xfrm>
            <a:off x="839788" y="2505075"/>
            <a:ext cx="5157787"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텍스트 개체 틀 4">
            <a:extLst>
              <a:ext uri="{FF2B5EF4-FFF2-40B4-BE49-F238E27FC236}">
                <a16:creationId xmlns:a16="http://schemas.microsoft.com/office/drawing/2014/main" id="{CAA14B28-010C-1695-9F44-095D0D8AE12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6" name="내용 개체 틀 5">
            <a:extLst>
              <a:ext uri="{FF2B5EF4-FFF2-40B4-BE49-F238E27FC236}">
                <a16:creationId xmlns:a16="http://schemas.microsoft.com/office/drawing/2014/main" id="{A64424CB-1AFB-3BBD-F71D-6F57A80DEA13}"/>
              </a:ext>
            </a:extLst>
          </p:cNvPr>
          <p:cNvSpPr>
            <a:spLocks noGrp="1"/>
          </p:cNvSpPr>
          <p:nvPr>
            <p:ph sz="quarter" idx="4"/>
          </p:nvPr>
        </p:nvSpPr>
        <p:spPr>
          <a:xfrm>
            <a:off x="6172200" y="2505075"/>
            <a:ext cx="5183188"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7" name="날짜 개체 틀 6">
            <a:extLst>
              <a:ext uri="{FF2B5EF4-FFF2-40B4-BE49-F238E27FC236}">
                <a16:creationId xmlns:a16="http://schemas.microsoft.com/office/drawing/2014/main" id="{0FA6344E-A2EA-9BD2-95AE-3FC770ADFE5E}"/>
              </a:ext>
            </a:extLst>
          </p:cNvPr>
          <p:cNvSpPr>
            <a:spLocks noGrp="1"/>
          </p:cNvSpPr>
          <p:nvPr>
            <p:ph type="dt" sz="half" idx="10"/>
          </p:nvPr>
        </p:nvSpPr>
        <p:spPr/>
        <p:txBody>
          <a:bodyPr/>
          <a:lstStyle/>
          <a:p>
            <a:fld id="{502CD248-AE16-47FA-AF5A-2F10FD8A8207}" type="datetimeFigureOut">
              <a:rPr lang="ko-KR" altLang="en-US" smtClean="0"/>
              <a:t>2025-07-17</a:t>
            </a:fld>
            <a:endParaRPr lang="ko-KR" altLang="en-US"/>
          </a:p>
        </p:txBody>
      </p:sp>
      <p:sp>
        <p:nvSpPr>
          <p:cNvPr id="8" name="바닥글 개체 틀 7">
            <a:extLst>
              <a:ext uri="{FF2B5EF4-FFF2-40B4-BE49-F238E27FC236}">
                <a16:creationId xmlns:a16="http://schemas.microsoft.com/office/drawing/2014/main" id="{DBB1029D-3636-272C-0D76-FB17AA7287B6}"/>
              </a:ext>
            </a:extLst>
          </p:cNvPr>
          <p:cNvSpPr>
            <a:spLocks noGrp="1"/>
          </p:cNvSpPr>
          <p:nvPr>
            <p:ph type="ftr" sz="quarter" idx="11"/>
          </p:nvPr>
        </p:nvSpPr>
        <p:spPr/>
        <p:txBody>
          <a:bodyPr/>
          <a:lstStyle/>
          <a:p>
            <a:endParaRPr lang="ko-KR" altLang="en-US"/>
          </a:p>
        </p:txBody>
      </p:sp>
      <p:sp>
        <p:nvSpPr>
          <p:cNvPr id="9" name="슬라이드 번호 개체 틀 8">
            <a:extLst>
              <a:ext uri="{FF2B5EF4-FFF2-40B4-BE49-F238E27FC236}">
                <a16:creationId xmlns:a16="http://schemas.microsoft.com/office/drawing/2014/main" id="{41DBBCC7-329C-6D49-3545-7438D1F3E7AA}"/>
              </a:ext>
            </a:extLst>
          </p:cNvPr>
          <p:cNvSpPr>
            <a:spLocks noGrp="1"/>
          </p:cNvSpPr>
          <p:nvPr>
            <p:ph type="sldNum" sz="quarter" idx="12"/>
          </p:nvPr>
        </p:nvSpPr>
        <p:spPr/>
        <p:txBody>
          <a:bodyPr/>
          <a:lstStyle/>
          <a:p>
            <a:fld id="{90C08405-68B1-41BF-8C7D-301B56B5E2D1}" type="slidenum">
              <a:rPr lang="ko-KR" altLang="en-US" smtClean="0"/>
              <a:t>‹#›</a:t>
            </a:fld>
            <a:endParaRPr lang="ko-KR" altLang="en-US"/>
          </a:p>
        </p:txBody>
      </p:sp>
    </p:spTree>
    <p:extLst>
      <p:ext uri="{BB962C8B-B14F-4D97-AF65-F5344CB8AC3E}">
        <p14:creationId xmlns:p14="http://schemas.microsoft.com/office/powerpoint/2010/main" val="180384569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6C079139-583F-C532-FDEE-E8AF5DA99C2A}"/>
              </a:ext>
            </a:extLst>
          </p:cNvPr>
          <p:cNvSpPr>
            <a:spLocks noGrp="1"/>
          </p:cNvSpPr>
          <p:nvPr>
            <p:ph type="title"/>
          </p:nvPr>
        </p:nvSpPr>
        <p:spPr/>
        <p:txBody>
          <a:bodyPr/>
          <a:lstStyle/>
          <a:p>
            <a:r>
              <a:rPr lang="ko-KR" altLang="en-US"/>
              <a:t>마스터 제목 스타일 편집</a:t>
            </a:r>
          </a:p>
        </p:txBody>
      </p:sp>
      <p:sp>
        <p:nvSpPr>
          <p:cNvPr id="3" name="날짜 개체 틀 2">
            <a:extLst>
              <a:ext uri="{FF2B5EF4-FFF2-40B4-BE49-F238E27FC236}">
                <a16:creationId xmlns:a16="http://schemas.microsoft.com/office/drawing/2014/main" id="{90157DAF-61C0-2660-C65E-C89B82F9EE05}"/>
              </a:ext>
            </a:extLst>
          </p:cNvPr>
          <p:cNvSpPr>
            <a:spLocks noGrp="1"/>
          </p:cNvSpPr>
          <p:nvPr>
            <p:ph type="dt" sz="half" idx="10"/>
          </p:nvPr>
        </p:nvSpPr>
        <p:spPr/>
        <p:txBody>
          <a:bodyPr/>
          <a:lstStyle/>
          <a:p>
            <a:fld id="{502CD248-AE16-47FA-AF5A-2F10FD8A8207}" type="datetimeFigureOut">
              <a:rPr lang="ko-KR" altLang="en-US" smtClean="0"/>
              <a:t>2025-07-17</a:t>
            </a:fld>
            <a:endParaRPr lang="ko-KR" altLang="en-US"/>
          </a:p>
        </p:txBody>
      </p:sp>
      <p:sp>
        <p:nvSpPr>
          <p:cNvPr id="4" name="바닥글 개체 틀 3">
            <a:extLst>
              <a:ext uri="{FF2B5EF4-FFF2-40B4-BE49-F238E27FC236}">
                <a16:creationId xmlns:a16="http://schemas.microsoft.com/office/drawing/2014/main" id="{BD3D9768-E5E4-2D8F-2C14-D3748C3B2176}"/>
              </a:ext>
            </a:extLst>
          </p:cNvPr>
          <p:cNvSpPr>
            <a:spLocks noGrp="1"/>
          </p:cNvSpPr>
          <p:nvPr>
            <p:ph type="ftr" sz="quarter" idx="11"/>
          </p:nvPr>
        </p:nvSpPr>
        <p:spPr/>
        <p:txBody>
          <a:bodyPr/>
          <a:lstStyle/>
          <a:p>
            <a:endParaRPr lang="ko-KR" altLang="en-US"/>
          </a:p>
        </p:txBody>
      </p:sp>
      <p:sp>
        <p:nvSpPr>
          <p:cNvPr id="5" name="슬라이드 번호 개체 틀 4">
            <a:extLst>
              <a:ext uri="{FF2B5EF4-FFF2-40B4-BE49-F238E27FC236}">
                <a16:creationId xmlns:a16="http://schemas.microsoft.com/office/drawing/2014/main" id="{913BB3A9-027D-A3C1-1811-808B9A180BC2}"/>
              </a:ext>
            </a:extLst>
          </p:cNvPr>
          <p:cNvSpPr>
            <a:spLocks noGrp="1"/>
          </p:cNvSpPr>
          <p:nvPr>
            <p:ph type="sldNum" sz="quarter" idx="12"/>
          </p:nvPr>
        </p:nvSpPr>
        <p:spPr/>
        <p:txBody>
          <a:bodyPr/>
          <a:lstStyle/>
          <a:p>
            <a:fld id="{90C08405-68B1-41BF-8C7D-301B56B5E2D1}" type="slidenum">
              <a:rPr lang="ko-KR" altLang="en-US" smtClean="0"/>
              <a:t>‹#›</a:t>
            </a:fld>
            <a:endParaRPr lang="ko-KR" altLang="en-US"/>
          </a:p>
        </p:txBody>
      </p:sp>
    </p:spTree>
    <p:extLst>
      <p:ext uri="{BB962C8B-B14F-4D97-AF65-F5344CB8AC3E}">
        <p14:creationId xmlns:p14="http://schemas.microsoft.com/office/powerpoint/2010/main" val="309563868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1">
            <a:extLst>
              <a:ext uri="{FF2B5EF4-FFF2-40B4-BE49-F238E27FC236}">
                <a16:creationId xmlns:a16="http://schemas.microsoft.com/office/drawing/2014/main" id="{B8CCD115-14DF-A567-E5D7-5B7EDE827240}"/>
              </a:ext>
            </a:extLst>
          </p:cNvPr>
          <p:cNvSpPr>
            <a:spLocks noGrp="1"/>
          </p:cNvSpPr>
          <p:nvPr>
            <p:ph type="dt" sz="half" idx="10"/>
          </p:nvPr>
        </p:nvSpPr>
        <p:spPr/>
        <p:txBody>
          <a:bodyPr/>
          <a:lstStyle/>
          <a:p>
            <a:fld id="{502CD248-AE16-47FA-AF5A-2F10FD8A8207}" type="datetimeFigureOut">
              <a:rPr lang="ko-KR" altLang="en-US" smtClean="0"/>
              <a:t>2025-07-17</a:t>
            </a:fld>
            <a:endParaRPr lang="ko-KR" altLang="en-US"/>
          </a:p>
        </p:txBody>
      </p:sp>
      <p:sp>
        <p:nvSpPr>
          <p:cNvPr id="3" name="바닥글 개체 틀 2">
            <a:extLst>
              <a:ext uri="{FF2B5EF4-FFF2-40B4-BE49-F238E27FC236}">
                <a16:creationId xmlns:a16="http://schemas.microsoft.com/office/drawing/2014/main" id="{8322CBF1-C5F6-BEE0-839B-DB3AE50FE8B5}"/>
              </a:ext>
            </a:extLst>
          </p:cNvPr>
          <p:cNvSpPr>
            <a:spLocks noGrp="1"/>
          </p:cNvSpPr>
          <p:nvPr>
            <p:ph type="ftr" sz="quarter" idx="11"/>
          </p:nvPr>
        </p:nvSpPr>
        <p:spPr/>
        <p:txBody>
          <a:bodyPr/>
          <a:lstStyle/>
          <a:p>
            <a:endParaRPr lang="ko-KR" altLang="en-US"/>
          </a:p>
        </p:txBody>
      </p:sp>
      <p:sp>
        <p:nvSpPr>
          <p:cNvPr id="4" name="슬라이드 번호 개체 틀 3">
            <a:extLst>
              <a:ext uri="{FF2B5EF4-FFF2-40B4-BE49-F238E27FC236}">
                <a16:creationId xmlns:a16="http://schemas.microsoft.com/office/drawing/2014/main" id="{63539018-7564-74B1-565B-B99746167976}"/>
              </a:ext>
            </a:extLst>
          </p:cNvPr>
          <p:cNvSpPr>
            <a:spLocks noGrp="1"/>
          </p:cNvSpPr>
          <p:nvPr>
            <p:ph type="sldNum" sz="quarter" idx="12"/>
          </p:nvPr>
        </p:nvSpPr>
        <p:spPr/>
        <p:txBody>
          <a:bodyPr/>
          <a:lstStyle/>
          <a:p>
            <a:fld id="{90C08405-68B1-41BF-8C7D-301B56B5E2D1}" type="slidenum">
              <a:rPr lang="ko-KR" altLang="en-US" smtClean="0"/>
              <a:t>‹#›</a:t>
            </a:fld>
            <a:endParaRPr lang="ko-KR" altLang="en-US"/>
          </a:p>
        </p:txBody>
      </p:sp>
    </p:spTree>
    <p:extLst>
      <p:ext uri="{BB962C8B-B14F-4D97-AF65-F5344CB8AC3E}">
        <p14:creationId xmlns:p14="http://schemas.microsoft.com/office/powerpoint/2010/main" val="4093262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4B148F-A582-89A0-141C-9F6BF455B734}"/>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내용 개체 틀 2">
            <a:extLst>
              <a:ext uri="{FF2B5EF4-FFF2-40B4-BE49-F238E27FC236}">
                <a16:creationId xmlns:a16="http://schemas.microsoft.com/office/drawing/2014/main" id="{50977F1B-BF8F-3FC2-6681-1DEDD2C287A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텍스트 개체 틀 3">
            <a:extLst>
              <a:ext uri="{FF2B5EF4-FFF2-40B4-BE49-F238E27FC236}">
                <a16:creationId xmlns:a16="http://schemas.microsoft.com/office/drawing/2014/main" id="{913B0ABB-4099-6070-2898-AE4C5B3F30C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38FC366E-F98F-875E-1C4B-E547D2234FB6}"/>
              </a:ext>
            </a:extLst>
          </p:cNvPr>
          <p:cNvSpPr>
            <a:spLocks noGrp="1"/>
          </p:cNvSpPr>
          <p:nvPr>
            <p:ph type="dt" sz="half" idx="10"/>
          </p:nvPr>
        </p:nvSpPr>
        <p:spPr/>
        <p:txBody>
          <a:bodyPr/>
          <a:lstStyle/>
          <a:p>
            <a:fld id="{502CD248-AE16-47FA-AF5A-2F10FD8A8207}" type="datetimeFigureOut">
              <a:rPr lang="ko-KR" altLang="en-US" smtClean="0"/>
              <a:t>2025-07-17</a:t>
            </a:fld>
            <a:endParaRPr lang="ko-KR" altLang="en-US"/>
          </a:p>
        </p:txBody>
      </p:sp>
      <p:sp>
        <p:nvSpPr>
          <p:cNvPr id="6" name="바닥글 개체 틀 5">
            <a:extLst>
              <a:ext uri="{FF2B5EF4-FFF2-40B4-BE49-F238E27FC236}">
                <a16:creationId xmlns:a16="http://schemas.microsoft.com/office/drawing/2014/main" id="{0DFAA24C-6F41-A0F1-E224-4547419F12B0}"/>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3BE8F2D6-CF90-B27B-D923-49C76E954B0B}"/>
              </a:ext>
            </a:extLst>
          </p:cNvPr>
          <p:cNvSpPr>
            <a:spLocks noGrp="1"/>
          </p:cNvSpPr>
          <p:nvPr>
            <p:ph type="sldNum" sz="quarter" idx="12"/>
          </p:nvPr>
        </p:nvSpPr>
        <p:spPr/>
        <p:txBody>
          <a:bodyPr/>
          <a:lstStyle/>
          <a:p>
            <a:fld id="{90C08405-68B1-41BF-8C7D-301B56B5E2D1}" type="slidenum">
              <a:rPr lang="ko-KR" altLang="en-US" smtClean="0"/>
              <a:t>‹#›</a:t>
            </a:fld>
            <a:endParaRPr lang="ko-KR" altLang="en-US"/>
          </a:p>
        </p:txBody>
      </p:sp>
    </p:spTree>
    <p:extLst>
      <p:ext uri="{BB962C8B-B14F-4D97-AF65-F5344CB8AC3E}">
        <p14:creationId xmlns:p14="http://schemas.microsoft.com/office/powerpoint/2010/main" val="255532332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6BAA999C-4DB5-BDA2-004F-6C9819A69E89}"/>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그림 개체 틀 2">
            <a:extLst>
              <a:ext uri="{FF2B5EF4-FFF2-40B4-BE49-F238E27FC236}">
                <a16:creationId xmlns:a16="http://schemas.microsoft.com/office/drawing/2014/main" id="{61C7B3C6-36FF-19C7-2723-B3903E30DF8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4" name="텍스트 개체 틀 3">
            <a:extLst>
              <a:ext uri="{FF2B5EF4-FFF2-40B4-BE49-F238E27FC236}">
                <a16:creationId xmlns:a16="http://schemas.microsoft.com/office/drawing/2014/main" id="{0AAE333C-3EE2-7501-E446-4D5DEE75CFC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23B23E12-9002-9B17-8CC8-2540E16CFBA4}"/>
              </a:ext>
            </a:extLst>
          </p:cNvPr>
          <p:cNvSpPr>
            <a:spLocks noGrp="1"/>
          </p:cNvSpPr>
          <p:nvPr>
            <p:ph type="dt" sz="half" idx="10"/>
          </p:nvPr>
        </p:nvSpPr>
        <p:spPr/>
        <p:txBody>
          <a:bodyPr/>
          <a:lstStyle/>
          <a:p>
            <a:fld id="{502CD248-AE16-47FA-AF5A-2F10FD8A8207}" type="datetimeFigureOut">
              <a:rPr lang="ko-KR" altLang="en-US" smtClean="0"/>
              <a:t>2025-07-17</a:t>
            </a:fld>
            <a:endParaRPr lang="ko-KR" altLang="en-US"/>
          </a:p>
        </p:txBody>
      </p:sp>
      <p:sp>
        <p:nvSpPr>
          <p:cNvPr id="6" name="바닥글 개체 틀 5">
            <a:extLst>
              <a:ext uri="{FF2B5EF4-FFF2-40B4-BE49-F238E27FC236}">
                <a16:creationId xmlns:a16="http://schemas.microsoft.com/office/drawing/2014/main" id="{68ACE59E-567D-D742-D71D-4AA51A7FB94A}"/>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FEB7901B-D6FB-6758-1241-D87E28F28171}"/>
              </a:ext>
            </a:extLst>
          </p:cNvPr>
          <p:cNvSpPr>
            <a:spLocks noGrp="1"/>
          </p:cNvSpPr>
          <p:nvPr>
            <p:ph type="sldNum" sz="quarter" idx="12"/>
          </p:nvPr>
        </p:nvSpPr>
        <p:spPr/>
        <p:txBody>
          <a:bodyPr/>
          <a:lstStyle/>
          <a:p>
            <a:fld id="{90C08405-68B1-41BF-8C7D-301B56B5E2D1}" type="slidenum">
              <a:rPr lang="ko-KR" altLang="en-US" smtClean="0"/>
              <a:t>‹#›</a:t>
            </a:fld>
            <a:endParaRPr lang="ko-KR" altLang="en-US"/>
          </a:p>
        </p:txBody>
      </p:sp>
    </p:spTree>
    <p:extLst>
      <p:ext uri="{BB962C8B-B14F-4D97-AF65-F5344CB8AC3E}">
        <p14:creationId xmlns:p14="http://schemas.microsoft.com/office/powerpoint/2010/main" val="12970927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255397A8-BA50-7369-5D12-205331C1D81C}"/>
              </a:ext>
            </a:extLst>
          </p:cNvPr>
          <p:cNvSpPr>
            <a:spLocks noGrp="1"/>
          </p:cNvSpPr>
          <p:nvPr>
            <p:ph type="title"/>
          </p:nvPr>
        </p:nvSpPr>
        <p:spPr/>
        <p:txBody>
          <a:bodyPr/>
          <a:lstStyle/>
          <a:p>
            <a:r>
              <a:rPr lang="ko-KR" altLang="en-US"/>
              <a:t>마스터 제목 스타일 편집</a:t>
            </a:r>
          </a:p>
        </p:txBody>
      </p:sp>
      <p:sp>
        <p:nvSpPr>
          <p:cNvPr id="3" name="세로 텍스트 개체 틀 2">
            <a:extLst>
              <a:ext uri="{FF2B5EF4-FFF2-40B4-BE49-F238E27FC236}">
                <a16:creationId xmlns:a16="http://schemas.microsoft.com/office/drawing/2014/main" id="{F73FF3CD-1CFB-89BE-BBF3-85B70286B1F2}"/>
              </a:ext>
            </a:extLst>
          </p:cNvPr>
          <p:cNvSpPr>
            <a:spLocks noGrp="1"/>
          </p:cNvSpPr>
          <p:nvPr>
            <p:ph type="body" orient="vert" idx="1"/>
          </p:nvPr>
        </p:nvSpPr>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7024AD95-8935-21BA-8ACE-3A199365EF66}"/>
              </a:ext>
            </a:extLst>
          </p:cNvPr>
          <p:cNvSpPr>
            <a:spLocks noGrp="1"/>
          </p:cNvSpPr>
          <p:nvPr>
            <p:ph type="dt" sz="half" idx="10"/>
          </p:nvPr>
        </p:nvSpPr>
        <p:spPr/>
        <p:txBody>
          <a:bodyPr/>
          <a:lstStyle/>
          <a:p>
            <a:fld id="{502CD248-AE16-47FA-AF5A-2F10FD8A8207}" type="datetimeFigureOut">
              <a:rPr lang="ko-KR" altLang="en-US" smtClean="0"/>
              <a:t>2025-07-17</a:t>
            </a:fld>
            <a:endParaRPr lang="ko-KR" altLang="en-US"/>
          </a:p>
        </p:txBody>
      </p:sp>
      <p:sp>
        <p:nvSpPr>
          <p:cNvPr id="5" name="바닥글 개체 틀 4">
            <a:extLst>
              <a:ext uri="{FF2B5EF4-FFF2-40B4-BE49-F238E27FC236}">
                <a16:creationId xmlns:a16="http://schemas.microsoft.com/office/drawing/2014/main" id="{1B166E78-9756-63D3-5A9E-406B8EE1862D}"/>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AC244FED-BBBB-185E-4993-16937C8E3B2E}"/>
              </a:ext>
            </a:extLst>
          </p:cNvPr>
          <p:cNvSpPr>
            <a:spLocks noGrp="1"/>
          </p:cNvSpPr>
          <p:nvPr>
            <p:ph type="sldNum" sz="quarter" idx="12"/>
          </p:nvPr>
        </p:nvSpPr>
        <p:spPr/>
        <p:txBody>
          <a:bodyPr/>
          <a:lstStyle/>
          <a:p>
            <a:fld id="{90C08405-68B1-41BF-8C7D-301B56B5E2D1}" type="slidenum">
              <a:rPr lang="ko-KR" altLang="en-US" smtClean="0"/>
              <a:t>‹#›</a:t>
            </a:fld>
            <a:endParaRPr lang="ko-KR" altLang="en-US"/>
          </a:p>
        </p:txBody>
      </p:sp>
    </p:spTree>
    <p:extLst>
      <p:ext uri="{BB962C8B-B14F-4D97-AF65-F5344CB8AC3E}">
        <p14:creationId xmlns:p14="http://schemas.microsoft.com/office/powerpoint/2010/main" val="70319824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a:extLst>
              <a:ext uri="{FF2B5EF4-FFF2-40B4-BE49-F238E27FC236}">
                <a16:creationId xmlns:a16="http://schemas.microsoft.com/office/drawing/2014/main" id="{1B86D3EF-0DCC-FA42-FF00-F1034DCC14F0}"/>
              </a:ext>
            </a:extLst>
          </p:cNvPr>
          <p:cNvSpPr>
            <a:spLocks noGrp="1"/>
          </p:cNvSpPr>
          <p:nvPr>
            <p:ph type="title" orient="vert"/>
          </p:nvPr>
        </p:nvSpPr>
        <p:spPr>
          <a:xfrm>
            <a:off x="8724900" y="365125"/>
            <a:ext cx="2628900" cy="5811838"/>
          </a:xfrm>
        </p:spPr>
        <p:txBody>
          <a:bodyPr vert="eaVert"/>
          <a:lstStyle/>
          <a:p>
            <a:r>
              <a:rPr lang="ko-KR" altLang="en-US"/>
              <a:t>마스터 제목 스타일 편집</a:t>
            </a:r>
          </a:p>
        </p:txBody>
      </p:sp>
      <p:sp>
        <p:nvSpPr>
          <p:cNvPr id="3" name="세로 텍스트 개체 틀 2">
            <a:extLst>
              <a:ext uri="{FF2B5EF4-FFF2-40B4-BE49-F238E27FC236}">
                <a16:creationId xmlns:a16="http://schemas.microsoft.com/office/drawing/2014/main" id="{2CEC60E4-0E2C-CA43-24BE-8FDB5EE64157}"/>
              </a:ext>
            </a:extLst>
          </p:cNvPr>
          <p:cNvSpPr>
            <a:spLocks noGrp="1"/>
          </p:cNvSpPr>
          <p:nvPr>
            <p:ph type="body" orient="vert" idx="1"/>
          </p:nvPr>
        </p:nvSpPr>
        <p:spPr>
          <a:xfrm>
            <a:off x="838200" y="365125"/>
            <a:ext cx="7734300" cy="5811838"/>
          </a:xfrm>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6A823D84-25A6-A156-3A55-0B9548764F11}"/>
              </a:ext>
            </a:extLst>
          </p:cNvPr>
          <p:cNvSpPr>
            <a:spLocks noGrp="1"/>
          </p:cNvSpPr>
          <p:nvPr>
            <p:ph type="dt" sz="half" idx="10"/>
          </p:nvPr>
        </p:nvSpPr>
        <p:spPr/>
        <p:txBody>
          <a:bodyPr/>
          <a:lstStyle/>
          <a:p>
            <a:fld id="{502CD248-AE16-47FA-AF5A-2F10FD8A8207}" type="datetimeFigureOut">
              <a:rPr lang="ko-KR" altLang="en-US" smtClean="0"/>
              <a:t>2025-07-17</a:t>
            </a:fld>
            <a:endParaRPr lang="ko-KR" altLang="en-US"/>
          </a:p>
        </p:txBody>
      </p:sp>
      <p:sp>
        <p:nvSpPr>
          <p:cNvPr id="5" name="바닥글 개체 틀 4">
            <a:extLst>
              <a:ext uri="{FF2B5EF4-FFF2-40B4-BE49-F238E27FC236}">
                <a16:creationId xmlns:a16="http://schemas.microsoft.com/office/drawing/2014/main" id="{8AF2D1E4-9173-A63C-AB0E-D627CA0ECA16}"/>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44E3933B-C986-9A48-5058-7A0F27204BC0}"/>
              </a:ext>
            </a:extLst>
          </p:cNvPr>
          <p:cNvSpPr>
            <a:spLocks noGrp="1"/>
          </p:cNvSpPr>
          <p:nvPr>
            <p:ph type="sldNum" sz="quarter" idx="12"/>
          </p:nvPr>
        </p:nvSpPr>
        <p:spPr/>
        <p:txBody>
          <a:bodyPr/>
          <a:lstStyle/>
          <a:p>
            <a:fld id="{90C08405-68B1-41BF-8C7D-301B56B5E2D1}" type="slidenum">
              <a:rPr lang="ko-KR" altLang="en-US" smtClean="0"/>
              <a:t>‹#›</a:t>
            </a:fld>
            <a:endParaRPr lang="ko-KR" altLang="en-US"/>
          </a:p>
        </p:txBody>
      </p:sp>
    </p:spTree>
    <p:extLst>
      <p:ext uri="{BB962C8B-B14F-4D97-AF65-F5344CB8AC3E}">
        <p14:creationId xmlns:p14="http://schemas.microsoft.com/office/powerpoint/2010/main" val="395246134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EA5E7732-32E2-EA1A-E2E1-BBB7D3A30B17}"/>
              </a:ext>
            </a:extLst>
          </p:cNvPr>
          <p:cNvSpPr>
            <a:spLocks noGrp="1"/>
          </p:cNvSpPr>
          <p:nvPr>
            <p:ph type="ctrTitle"/>
          </p:nvPr>
        </p:nvSpPr>
        <p:spPr>
          <a:xfrm>
            <a:off x="1524000" y="1122363"/>
            <a:ext cx="9144000" cy="2387600"/>
          </a:xfrm>
        </p:spPr>
        <p:txBody>
          <a:bodyPr anchor="b"/>
          <a:lstStyle>
            <a:lvl1pPr algn="ctr">
              <a:defRPr sz="6000"/>
            </a:lvl1pPr>
          </a:lstStyle>
          <a:p>
            <a:r>
              <a:rPr lang="ko-KR" altLang="en-US"/>
              <a:t>마스터 제목 스타일 편집</a:t>
            </a:r>
          </a:p>
        </p:txBody>
      </p:sp>
      <p:sp>
        <p:nvSpPr>
          <p:cNvPr id="3" name="부제목 2">
            <a:extLst>
              <a:ext uri="{FF2B5EF4-FFF2-40B4-BE49-F238E27FC236}">
                <a16:creationId xmlns:a16="http://schemas.microsoft.com/office/drawing/2014/main" id="{1DB091D2-73F7-62D1-9DB5-D657B7275F3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클릭하여 마스터 부제목 스타일 편집</a:t>
            </a:r>
          </a:p>
        </p:txBody>
      </p:sp>
      <p:sp>
        <p:nvSpPr>
          <p:cNvPr id="4" name="날짜 개체 틀 3">
            <a:extLst>
              <a:ext uri="{FF2B5EF4-FFF2-40B4-BE49-F238E27FC236}">
                <a16:creationId xmlns:a16="http://schemas.microsoft.com/office/drawing/2014/main" id="{92B2798A-6DB0-BEA1-4256-0986682FFD06}"/>
              </a:ext>
            </a:extLst>
          </p:cNvPr>
          <p:cNvSpPr>
            <a:spLocks noGrp="1"/>
          </p:cNvSpPr>
          <p:nvPr>
            <p:ph type="dt" sz="half" idx="10"/>
          </p:nvPr>
        </p:nvSpPr>
        <p:spPr/>
        <p:txBody>
          <a:bodyPr/>
          <a:lstStyle/>
          <a:p>
            <a:fld id="{995C7C8F-822A-4723-A724-B24BDCABEA27}" type="datetimeFigureOut">
              <a:rPr lang="ko-KR" altLang="en-US" smtClean="0"/>
              <a:t>2025-07-17</a:t>
            </a:fld>
            <a:endParaRPr lang="ko-KR" altLang="en-US"/>
          </a:p>
        </p:txBody>
      </p:sp>
      <p:sp>
        <p:nvSpPr>
          <p:cNvPr id="5" name="바닥글 개체 틀 4">
            <a:extLst>
              <a:ext uri="{FF2B5EF4-FFF2-40B4-BE49-F238E27FC236}">
                <a16:creationId xmlns:a16="http://schemas.microsoft.com/office/drawing/2014/main" id="{5E8B68DD-A059-93C4-1F5D-6A536697BC89}"/>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ED361E64-4588-5B75-120C-7465EF93FD3F}"/>
              </a:ext>
            </a:extLst>
          </p:cNvPr>
          <p:cNvSpPr>
            <a:spLocks noGrp="1"/>
          </p:cNvSpPr>
          <p:nvPr>
            <p:ph type="sldNum" sz="quarter" idx="12"/>
          </p:nvPr>
        </p:nvSpPr>
        <p:spPr/>
        <p:txBody>
          <a:bodyPr/>
          <a:lstStyle/>
          <a:p>
            <a:fld id="{6F89A9E9-A8B1-4524-AE75-5A6692DCE9C4}" type="slidenum">
              <a:rPr lang="ko-KR" altLang="en-US" smtClean="0"/>
              <a:t>‹#›</a:t>
            </a:fld>
            <a:endParaRPr lang="ko-KR" altLang="en-US"/>
          </a:p>
        </p:txBody>
      </p:sp>
    </p:spTree>
    <p:extLst>
      <p:ext uri="{BB962C8B-B14F-4D97-AF65-F5344CB8AC3E}">
        <p14:creationId xmlns:p14="http://schemas.microsoft.com/office/powerpoint/2010/main" val="290107025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EA9E1A13-DA5E-B33E-9A0E-0311E5629425}"/>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32266AB5-8D3D-8EDE-52C9-0C759E7025C6}"/>
              </a:ext>
            </a:extLst>
          </p:cNvPr>
          <p:cNvSpPr>
            <a:spLocks noGrp="1"/>
          </p:cNvSpPr>
          <p:nvPr>
            <p:ph idx="1"/>
          </p:nvPr>
        </p:nvSpPr>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ED78D646-0716-10BB-FB63-A1F534CDC24A}"/>
              </a:ext>
            </a:extLst>
          </p:cNvPr>
          <p:cNvSpPr>
            <a:spLocks noGrp="1"/>
          </p:cNvSpPr>
          <p:nvPr>
            <p:ph type="dt" sz="half" idx="10"/>
          </p:nvPr>
        </p:nvSpPr>
        <p:spPr/>
        <p:txBody>
          <a:bodyPr/>
          <a:lstStyle/>
          <a:p>
            <a:fld id="{995C7C8F-822A-4723-A724-B24BDCABEA27}" type="datetimeFigureOut">
              <a:rPr lang="ko-KR" altLang="en-US" smtClean="0"/>
              <a:t>2025-07-17</a:t>
            </a:fld>
            <a:endParaRPr lang="ko-KR" altLang="en-US"/>
          </a:p>
        </p:txBody>
      </p:sp>
      <p:sp>
        <p:nvSpPr>
          <p:cNvPr id="5" name="바닥글 개체 틀 4">
            <a:extLst>
              <a:ext uri="{FF2B5EF4-FFF2-40B4-BE49-F238E27FC236}">
                <a16:creationId xmlns:a16="http://schemas.microsoft.com/office/drawing/2014/main" id="{872D52AF-0D65-4550-B685-CF373C35DA82}"/>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86E7D448-A313-35A9-169F-E50806902BF2}"/>
              </a:ext>
            </a:extLst>
          </p:cNvPr>
          <p:cNvSpPr>
            <a:spLocks noGrp="1"/>
          </p:cNvSpPr>
          <p:nvPr>
            <p:ph type="sldNum" sz="quarter" idx="12"/>
          </p:nvPr>
        </p:nvSpPr>
        <p:spPr/>
        <p:txBody>
          <a:bodyPr/>
          <a:lstStyle/>
          <a:p>
            <a:fld id="{6F89A9E9-A8B1-4524-AE75-5A6692DCE9C4}" type="slidenum">
              <a:rPr lang="ko-KR" altLang="en-US" smtClean="0"/>
              <a:t>‹#›</a:t>
            </a:fld>
            <a:endParaRPr lang="ko-KR" altLang="en-US"/>
          </a:p>
        </p:txBody>
      </p:sp>
    </p:spTree>
    <p:extLst>
      <p:ext uri="{BB962C8B-B14F-4D97-AF65-F5344CB8AC3E}">
        <p14:creationId xmlns:p14="http://schemas.microsoft.com/office/powerpoint/2010/main" val="33976202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D3C91EF1-B869-6542-0BCB-4D4963023469}"/>
              </a:ext>
            </a:extLst>
          </p:cNvPr>
          <p:cNvSpPr>
            <a:spLocks noGrp="1"/>
          </p:cNvSpPr>
          <p:nvPr>
            <p:ph type="title"/>
          </p:nvPr>
        </p:nvSpPr>
        <p:spPr>
          <a:xfrm>
            <a:off x="831850" y="1709738"/>
            <a:ext cx="10515600" cy="2852737"/>
          </a:xfrm>
        </p:spPr>
        <p:txBody>
          <a:bodyPr anchor="b"/>
          <a:lstStyle>
            <a:lvl1pPr>
              <a:defRPr sz="6000"/>
            </a:lvl1pPr>
          </a:lstStyle>
          <a:p>
            <a:r>
              <a:rPr lang="ko-KR" altLang="en-US"/>
              <a:t>마스터 제목 스타일 편집</a:t>
            </a:r>
          </a:p>
        </p:txBody>
      </p:sp>
      <p:sp>
        <p:nvSpPr>
          <p:cNvPr id="3" name="텍스트 개체 틀 2">
            <a:extLst>
              <a:ext uri="{FF2B5EF4-FFF2-40B4-BE49-F238E27FC236}">
                <a16:creationId xmlns:a16="http://schemas.microsoft.com/office/drawing/2014/main" id="{CCA5D62D-067D-5329-00DF-AA81F95AE48D}"/>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ko-KR" altLang="en-US"/>
              <a:t>마스터 텍스트 스타일을 편집하려면 클릭</a:t>
            </a:r>
          </a:p>
        </p:txBody>
      </p:sp>
      <p:sp>
        <p:nvSpPr>
          <p:cNvPr id="4" name="날짜 개체 틀 3">
            <a:extLst>
              <a:ext uri="{FF2B5EF4-FFF2-40B4-BE49-F238E27FC236}">
                <a16:creationId xmlns:a16="http://schemas.microsoft.com/office/drawing/2014/main" id="{F456674C-91CD-02C3-7F44-66820EEF1774}"/>
              </a:ext>
            </a:extLst>
          </p:cNvPr>
          <p:cNvSpPr>
            <a:spLocks noGrp="1"/>
          </p:cNvSpPr>
          <p:nvPr>
            <p:ph type="dt" sz="half" idx="10"/>
          </p:nvPr>
        </p:nvSpPr>
        <p:spPr/>
        <p:txBody>
          <a:bodyPr/>
          <a:lstStyle/>
          <a:p>
            <a:fld id="{995C7C8F-822A-4723-A724-B24BDCABEA27}" type="datetimeFigureOut">
              <a:rPr lang="ko-KR" altLang="en-US" smtClean="0"/>
              <a:t>2025-07-17</a:t>
            </a:fld>
            <a:endParaRPr lang="ko-KR" altLang="en-US"/>
          </a:p>
        </p:txBody>
      </p:sp>
      <p:sp>
        <p:nvSpPr>
          <p:cNvPr id="5" name="바닥글 개체 틀 4">
            <a:extLst>
              <a:ext uri="{FF2B5EF4-FFF2-40B4-BE49-F238E27FC236}">
                <a16:creationId xmlns:a16="http://schemas.microsoft.com/office/drawing/2014/main" id="{77F8E788-5E59-2A93-D0B8-68E6EFE28978}"/>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61ADFB97-1B7B-637A-EBF1-FE361FB9DEE2}"/>
              </a:ext>
            </a:extLst>
          </p:cNvPr>
          <p:cNvSpPr>
            <a:spLocks noGrp="1"/>
          </p:cNvSpPr>
          <p:nvPr>
            <p:ph type="sldNum" sz="quarter" idx="12"/>
          </p:nvPr>
        </p:nvSpPr>
        <p:spPr/>
        <p:txBody>
          <a:bodyPr/>
          <a:lstStyle/>
          <a:p>
            <a:fld id="{6F89A9E9-A8B1-4524-AE75-5A6692DCE9C4}" type="slidenum">
              <a:rPr lang="ko-KR" altLang="en-US" smtClean="0"/>
              <a:t>‹#›</a:t>
            </a:fld>
            <a:endParaRPr lang="ko-KR" altLang="en-US"/>
          </a:p>
        </p:txBody>
      </p:sp>
    </p:spTree>
    <p:extLst>
      <p:ext uri="{BB962C8B-B14F-4D97-AF65-F5344CB8AC3E}">
        <p14:creationId xmlns:p14="http://schemas.microsoft.com/office/powerpoint/2010/main" val="102738054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C36F0453-CA82-E6D7-4368-0984B10B462C}"/>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2B489ACE-0973-6D9C-69B9-67811D09AF9B}"/>
              </a:ext>
            </a:extLst>
          </p:cNvPr>
          <p:cNvSpPr>
            <a:spLocks noGrp="1"/>
          </p:cNvSpPr>
          <p:nvPr>
            <p:ph sz="half" idx="1"/>
          </p:nvPr>
        </p:nvSpPr>
        <p:spPr>
          <a:xfrm>
            <a:off x="838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내용 개체 틀 3">
            <a:extLst>
              <a:ext uri="{FF2B5EF4-FFF2-40B4-BE49-F238E27FC236}">
                <a16:creationId xmlns:a16="http://schemas.microsoft.com/office/drawing/2014/main" id="{4E92E260-5A60-3295-E36E-8B53C3B970FC}"/>
              </a:ext>
            </a:extLst>
          </p:cNvPr>
          <p:cNvSpPr>
            <a:spLocks noGrp="1"/>
          </p:cNvSpPr>
          <p:nvPr>
            <p:ph sz="half" idx="2"/>
          </p:nvPr>
        </p:nvSpPr>
        <p:spPr>
          <a:xfrm>
            <a:off x="6172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날짜 개체 틀 4">
            <a:extLst>
              <a:ext uri="{FF2B5EF4-FFF2-40B4-BE49-F238E27FC236}">
                <a16:creationId xmlns:a16="http://schemas.microsoft.com/office/drawing/2014/main" id="{0BA8ED4A-BC61-41F8-8C89-0ECE48B8E4BA}"/>
              </a:ext>
            </a:extLst>
          </p:cNvPr>
          <p:cNvSpPr>
            <a:spLocks noGrp="1"/>
          </p:cNvSpPr>
          <p:nvPr>
            <p:ph type="dt" sz="half" idx="10"/>
          </p:nvPr>
        </p:nvSpPr>
        <p:spPr/>
        <p:txBody>
          <a:bodyPr/>
          <a:lstStyle/>
          <a:p>
            <a:fld id="{995C7C8F-822A-4723-A724-B24BDCABEA27}" type="datetimeFigureOut">
              <a:rPr lang="ko-KR" altLang="en-US" smtClean="0"/>
              <a:t>2025-07-17</a:t>
            </a:fld>
            <a:endParaRPr lang="ko-KR" altLang="en-US"/>
          </a:p>
        </p:txBody>
      </p:sp>
      <p:sp>
        <p:nvSpPr>
          <p:cNvPr id="6" name="바닥글 개체 틀 5">
            <a:extLst>
              <a:ext uri="{FF2B5EF4-FFF2-40B4-BE49-F238E27FC236}">
                <a16:creationId xmlns:a16="http://schemas.microsoft.com/office/drawing/2014/main" id="{5C8C01F0-E2BD-6512-0903-746A9C458521}"/>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E2BDB509-000B-21BB-E6A4-324311AF2F74}"/>
              </a:ext>
            </a:extLst>
          </p:cNvPr>
          <p:cNvSpPr>
            <a:spLocks noGrp="1"/>
          </p:cNvSpPr>
          <p:nvPr>
            <p:ph type="sldNum" sz="quarter" idx="12"/>
          </p:nvPr>
        </p:nvSpPr>
        <p:spPr/>
        <p:txBody>
          <a:bodyPr/>
          <a:lstStyle/>
          <a:p>
            <a:fld id="{6F89A9E9-A8B1-4524-AE75-5A6692DCE9C4}" type="slidenum">
              <a:rPr lang="ko-KR" altLang="en-US" smtClean="0"/>
              <a:t>‹#›</a:t>
            </a:fld>
            <a:endParaRPr lang="ko-KR" altLang="en-US"/>
          </a:p>
        </p:txBody>
      </p:sp>
    </p:spTree>
    <p:extLst>
      <p:ext uri="{BB962C8B-B14F-4D97-AF65-F5344CB8AC3E}">
        <p14:creationId xmlns:p14="http://schemas.microsoft.com/office/powerpoint/2010/main" val="122383088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D13D10C5-0F54-246A-C183-8C9E045C012A}"/>
              </a:ext>
            </a:extLst>
          </p:cNvPr>
          <p:cNvSpPr>
            <a:spLocks noGrp="1"/>
          </p:cNvSpPr>
          <p:nvPr>
            <p:ph type="title"/>
          </p:nvPr>
        </p:nvSpPr>
        <p:spPr>
          <a:xfrm>
            <a:off x="839788" y="365125"/>
            <a:ext cx="10515600" cy="1325563"/>
          </a:xfrm>
        </p:spPr>
        <p:txBody>
          <a:bodyPr/>
          <a:lstStyle/>
          <a:p>
            <a:r>
              <a:rPr lang="ko-KR" altLang="en-US"/>
              <a:t>마스터 제목 스타일 편집</a:t>
            </a:r>
          </a:p>
        </p:txBody>
      </p:sp>
      <p:sp>
        <p:nvSpPr>
          <p:cNvPr id="3" name="텍스트 개체 틀 2">
            <a:extLst>
              <a:ext uri="{FF2B5EF4-FFF2-40B4-BE49-F238E27FC236}">
                <a16:creationId xmlns:a16="http://schemas.microsoft.com/office/drawing/2014/main" id="{864E18FD-30CD-1B58-68BE-EBA22212767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4" name="내용 개체 틀 3">
            <a:extLst>
              <a:ext uri="{FF2B5EF4-FFF2-40B4-BE49-F238E27FC236}">
                <a16:creationId xmlns:a16="http://schemas.microsoft.com/office/drawing/2014/main" id="{7815BB73-A4F7-40F0-4482-CEBF8DAB699A}"/>
              </a:ext>
            </a:extLst>
          </p:cNvPr>
          <p:cNvSpPr>
            <a:spLocks noGrp="1"/>
          </p:cNvSpPr>
          <p:nvPr>
            <p:ph sz="half" idx="2"/>
          </p:nvPr>
        </p:nvSpPr>
        <p:spPr>
          <a:xfrm>
            <a:off x="839788" y="2505075"/>
            <a:ext cx="5157787"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텍스트 개체 틀 4">
            <a:extLst>
              <a:ext uri="{FF2B5EF4-FFF2-40B4-BE49-F238E27FC236}">
                <a16:creationId xmlns:a16="http://schemas.microsoft.com/office/drawing/2014/main" id="{145B7473-11FA-87F9-ACC6-2FDBCC5C8DE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6" name="내용 개체 틀 5">
            <a:extLst>
              <a:ext uri="{FF2B5EF4-FFF2-40B4-BE49-F238E27FC236}">
                <a16:creationId xmlns:a16="http://schemas.microsoft.com/office/drawing/2014/main" id="{B6BFD4DB-FF59-1274-2205-C8399B4E294E}"/>
              </a:ext>
            </a:extLst>
          </p:cNvPr>
          <p:cNvSpPr>
            <a:spLocks noGrp="1"/>
          </p:cNvSpPr>
          <p:nvPr>
            <p:ph sz="quarter" idx="4"/>
          </p:nvPr>
        </p:nvSpPr>
        <p:spPr>
          <a:xfrm>
            <a:off x="6172200" y="2505075"/>
            <a:ext cx="5183188"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7" name="날짜 개체 틀 6">
            <a:extLst>
              <a:ext uri="{FF2B5EF4-FFF2-40B4-BE49-F238E27FC236}">
                <a16:creationId xmlns:a16="http://schemas.microsoft.com/office/drawing/2014/main" id="{BD6F039F-54D9-F611-6B40-B5EE8A67F4EB}"/>
              </a:ext>
            </a:extLst>
          </p:cNvPr>
          <p:cNvSpPr>
            <a:spLocks noGrp="1"/>
          </p:cNvSpPr>
          <p:nvPr>
            <p:ph type="dt" sz="half" idx="10"/>
          </p:nvPr>
        </p:nvSpPr>
        <p:spPr/>
        <p:txBody>
          <a:bodyPr/>
          <a:lstStyle/>
          <a:p>
            <a:fld id="{995C7C8F-822A-4723-A724-B24BDCABEA27}" type="datetimeFigureOut">
              <a:rPr lang="ko-KR" altLang="en-US" smtClean="0"/>
              <a:t>2025-07-17</a:t>
            </a:fld>
            <a:endParaRPr lang="ko-KR" altLang="en-US"/>
          </a:p>
        </p:txBody>
      </p:sp>
      <p:sp>
        <p:nvSpPr>
          <p:cNvPr id="8" name="바닥글 개체 틀 7">
            <a:extLst>
              <a:ext uri="{FF2B5EF4-FFF2-40B4-BE49-F238E27FC236}">
                <a16:creationId xmlns:a16="http://schemas.microsoft.com/office/drawing/2014/main" id="{518E3818-D680-2703-E747-1AAE07B05AB8}"/>
              </a:ext>
            </a:extLst>
          </p:cNvPr>
          <p:cNvSpPr>
            <a:spLocks noGrp="1"/>
          </p:cNvSpPr>
          <p:nvPr>
            <p:ph type="ftr" sz="quarter" idx="11"/>
          </p:nvPr>
        </p:nvSpPr>
        <p:spPr/>
        <p:txBody>
          <a:bodyPr/>
          <a:lstStyle/>
          <a:p>
            <a:endParaRPr lang="ko-KR" altLang="en-US"/>
          </a:p>
        </p:txBody>
      </p:sp>
      <p:sp>
        <p:nvSpPr>
          <p:cNvPr id="9" name="슬라이드 번호 개체 틀 8">
            <a:extLst>
              <a:ext uri="{FF2B5EF4-FFF2-40B4-BE49-F238E27FC236}">
                <a16:creationId xmlns:a16="http://schemas.microsoft.com/office/drawing/2014/main" id="{079A6F54-36C3-1453-DB13-33B6D191E2B6}"/>
              </a:ext>
            </a:extLst>
          </p:cNvPr>
          <p:cNvSpPr>
            <a:spLocks noGrp="1"/>
          </p:cNvSpPr>
          <p:nvPr>
            <p:ph type="sldNum" sz="quarter" idx="12"/>
          </p:nvPr>
        </p:nvSpPr>
        <p:spPr/>
        <p:txBody>
          <a:bodyPr/>
          <a:lstStyle/>
          <a:p>
            <a:fld id="{6F89A9E9-A8B1-4524-AE75-5A6692DCE9C4}" type="slidenum">
              <a:rPr lang="ko-KR" altLang="en-US" smtClean="0"/>
              <a:t>‹#›</a:t>
            </a:fld>
            <a:endParaRPr lang="ko-KR" altLang="en-US"/>
          </a:p>
        </p:txBody>
      </p:sp>
    </p:spTree>
    <p:extLst>
      <p:ext uri="{BB962C8B-B14F-4D97-AF65-F5344CB8AC3E}">
        <p14:creationId xmlns:p14="http://schemas.microsoft.com/office/powerpoint/2010/main" val="95001599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80CCE3CD-01CD-DB07-9DEA-F789F555975B}"/>
              </a:ext>
            </a:extLst>
          </p:cNvPr>
          <p:cNvSpPr>
            <a:spLocks noGrp="1"/>
          </p:cNvSpPr>
          <p:nvPr>
            <p:ph type="title"/>
          </p:nvPr>
        </p:nvSpPr>
        <p:spPr/>
        <p:txBody>
          <a:bodyPr/>
          <a:lstStyle/>
          <a:p>
            <a:r>
              <a:rPr lang="ko-KR" altLang="en-US"/>
              <a:t>마스터 제목 스타일 편집</a:t>
            </a:r>
          </a:p>
        </p:txBody>
      </p:sp>
      <p:sp>
        <p:nvSpPr>
          <p:cNvPr id="3" name="날짜 개체 틀 2">
            <a:extLst>
              <a:ext uri="{FF2B5EF4-FFF2-40B4-BE49-F238E27FC236}">
                <a16:creationId xmlns:a16="http://schemas.microsoft.com/office/drawing/2014/main" id="{1D218139-0BD9-7E65-ED9B-3B55F652162D}"/>
              </a:ext>
            </a:extLst>
          </p:cNvPr>
          <p:cNvSpPr>
            <a:spLocks noGrp="1"/>
          </p:cNvSpPr>
          <p:nvPr>
            <p:ph type="dt" sz="half" idx="10"/>
          </p:nvPr>
        </p:nvSpPr>
        <p:spPr/>
        <p:txBody>
          <a:bodyPr/>
          <a:lstStyle/>
          <a:p>
            <a:fld id="{995C7C8F-822A-4723-A724-B24BDCABEA27}" type="datetimeFigureOut">
              <a:rPr lang="ko-KR" altLang="en-US" smtClean="0"/>
              <a:t>2025-07-17</a:t>
            </a:fld>
            <a:endParaRPr lang="ko-KR" altLang="en-US"/>
          </a:p>
        </p:txBody>
      </p:sp>
      <p:sp>
        <p:nvSpPr>
          <p:cNvPr id="4" name="바닥글 개체 틀 3">
            <a:extLst>
              <a:ext uri="{FF2B5EF4-FFF2-40B4-BE49-F238E27FC236}">
                <a16:creationId xmlns:a16="http://schemas.microsoft.com/office/drawing/2014/main" id="{7C041A41-E2E0-042A-9A60-9EB1D2A8E1BF}"/>
              </a:ext>
            </a:extLst>
          </p:cNvPr>
          <p:cNvSpPr>
            <a:spLocks noGrp="1"/>
          </p:cNvSpPr>
          <p:nvPr>
            <p:ph type="ftr" sz="quarter" idx="11"/>
          </p:nvPr>
        </p:nvSpPr>
        <p:spPr/>
        <p:txBody>
          <a:bodyPr/>
          <a:lstStyle/>
          <a:p>
            <a:endParaRPr lang="ko-KR" altLang="en-US"/>
          </a:p>
        </p:txBody>
      </p:sp>
      <p:sp>
        <p:nvSpPr>
          <p:cNvPr id="5" name="슬라이드 번호 개체 틀 4">
            <a:extLst>
              <a:ext uri="{FF2B5EF4-FFF2-40B4-BE49-F238E27FC236}">
                <a16:creationId xmlns:a16="http://schemas.microsoft.com/office/drawing/2014/main" id="{EBED3BCB-F012-DAED-7929-DFF86082A9F0}"/>
              </a:ext>
            </a:extLst>
          </p:cNvPr>
          <p:cNvSpPr>
            <a:spLocks noGrp="1"/>
          </p:cNvSpPr>
          <p:nvPr>
            <p:ph type="sldNum" sz="quarter" idx="12"/>
          </p:nvPr>
        </p:nvSpPr>
        <p:spPr/>
        <p:txBody>
          <a:bodyPr/>
          <a:lstStyle/>
          <a:p>
            <a:fld id="{6F89A9E9-A8B1-4524-AE75-5A6692DCE9C4}" type="slidenum">
              <a:rPr lang="ko-KR" altLang="en-US" smtClean="0"/>
              <a:t>‹#›</a:t>
            </a:fld>
            <a:endParaRPr lang="ko-KR" altLang="en-US"/>
          </a:p>
        </p:txBody>
      </p:sp>
    </p:spTree>
    <p:extLst>
      <p:ext uri="{BB962C8B-B14F-4D97-AF65-F5344CB8AC3E}">
        <p14:creationId xmlns:p14="http://schemas.microsoft.com/office/powerpoint/2010/main" val="381507938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1">
            <a:extLst>
              <a:ext uri="{FF2B5EF4-FFF2-40B4-BE49-F238E27FC236}">
                <a16:creationId xmlns:a16="http://schemas.microsoft.com/office/drawing/2014/main" id="{2F58533F-4E19-A61B-1CC3-1B37414C54F1}"/>
              </a:ext>
            </a:extLst>
          </p:cNvPr>
          <p:cNvSpPr>
            <a:spLocks noGrp="1"/>
          </p:cNvSpPr>
          <p:nvPr>
            <p:ph type="dt" sz="half" idx="10"/>
          </p:nvPr>
        </p:nvSpPr>
        <p:spPr/>
        <p:txBody>
          <a:bodyPr/>
          <a:lstStyle/>
          <a:p>
            <a:fld id="{995C7C8F-822A-4723-A724-B24BDCABEA27}" type="datetimeFigureOut">
              <a:rPr lang="ko-KR" altLang="en-US" smtClean="0"/>
              <a:t>2025-07-17</a:t>
            </a:fld>
            <a:endParaRPr lang="ko-KR" altLang="en-US"/>
          </a:p>
        </p:txBody>
      </p:sp>
      <p:sp>
        <p:nvSpPr>
          <p:cNvPr id="3" name="바닥글 개체 틀 2">
            <a:extLst>
              <a:ext uri="{FF2B5EF4-FFF2-40B4-BE49-F238E27FC236}">
                <a16:creationId xmlns:a16="http://schemas.microsoft.com/office/drawing/2014/main" id="{64448466-3913-A76F-4B93-9DD2AF260426}"/>
              </a:ext>
            </a:extLst>
          </p:cNvPr>
          <p:cNvSpPr>
            <a:spLocks noGrp="1"/>
          </p:cNvSpPr>
          <p:nvPr>
            <p:ph type="ftr" sz="quarter" idx="11"/>
          </p:nvPr>
        </p:nvSpPr>
        <p:spPr/>
        <p:txBody>
          <a:bodyPr/>
          <a:lstStyle/>
          <a:p>
            <a:endParaRPr lang="ko-KR" altLang="en-US"/>
          </a:p>
        </p:txBody>
      </p:sp>
      <p:sp>
        <p:nvSpPr>
          <p:cNvPr id="4" name="슬라이드 번호 개체 틀 3">
            <a:extLst>
              <a:ext uri="{FF2B5EF4-FFF2-40B4-BE49-F238E27FC236}">
                <a16:creationId xmlns:a16="http://schemas.microsoft.com/office/drawing/2014/main" id="{B5DDFE27-651A-F79B-FC02-A7B396A4EBD8}"/>
              </a:ext>
            </a:extLst>
          </p:cNvPr>
          <p:cNvSpPr>
            <a:spLocks noGrp="1"/>
          </p:cNvSpPr>
          <p:nvPr>
            <p:ph type="sldNum" sz="quarter" idx="12"/>
          </p:nvPr>
        </p:nvSpPr>
        <p:spPr/>
        <p:txBody>
          <a:bodyPr/>
          <a:lstStyle/>
          <a:p>
            <a:fld id="{6F89A9E9-A8B1-4524-AE75-5A6692DCE9C4}" type="slidenum">
              <a:rPr lang="ko-KR" altLang="en-US" smtClean="0"/>
              <a:t>‹#›</a:t>
            </a:fld>
            <a:endParaRPr lang="ko-KR" altLang="en-US"/>
          </a:p>
        </p:txBody>
      </p:sp>
    </p:spTree>
    <p:extLst>
      <p:ext uri="{BB962C8B-B14F-4D97-AF65-F5344CB8AC3E}">
        <p14:creationId xmlns:p14="http://schemas.microsoft.com/office/powerpoint/2010/main" val="221746508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2272BCC7-251F-BFEF-C42C-966DFBB6F1FE}"/>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내용 개체 틀 2">
            <a:extLst>
              <a:ext uri="{FF2B5EF4-FFF2-40B4-BE49-F238E27FC236}">
                <a16:creationId xmlns:a16="http://schemas.microsoft.com/office/drawing/2014/main" id="{5C827EB3-E789-C5C3-9AE8-FE01C486B02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텍스트 개체 틀 3">
            <a:extLst>
              <a:ext uri="{FF2B5EF4-FFF2-40B4-BE49-F238E27FC236}">
                <a16:creationId xmlns:a16="http://schemas.microsoft.com/office/drawing/2014/main" id="{631CE4BD-5D63-8E39-644D-9D1DB57D117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F6C75F8A-5A01-6328-30FE-507A41120CB0}"/>
              </a:ext>
            </a:extLst>
          </p:cNvPr>
          <p:cNvSpPr>
            <a:spLocks noGrp="1"/>
          </p:cNvSpPr>
          <p:nvPr>
            <p:ph type="dt" sz="half" idx="10"/>
          </p:nvPr>
        </p:nvSpPr>
        <p:spPr/>
        <p:txBody>
          <a:bodyPr/>
          <a:lstStyle/>
          <a:p>
            <a:fld id="{995C7C8F-822A-4723-A724-B24BDCABEA27}" type="datetimeFigureOut">
              <a:rPr lang="ko-KR" altLang="en-US" smtClean="0"/>
              <a:t>2025-07-17</a:t>
            </a:fld>
            <a:endParaRPr lang="ko-KR" altLang="en-US"/>
          </a:p>
        </p:txBody>
      </p:sp>
      <p:sp>
        <p:nvSpPr>
          <p:cNvPr id="6" name="바닥글 개체 틀 5">
            <a:extLst>
              <a:ext uri="{FF2B5EF4-FFF2-40B4-BE49-F238E27FC236}">
                <a16:creationId xmlns:a16="http://schemas.microsoft.com/office/drawing/2014/main" id="{AACF5CFF-29CC-7405-2CC6-A5FFF975FBB9}"/>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ECB070C8-BB54-84F9-44FD-C4988995B316}"/>
              </a:ext>
            </a:extLst>
          </p:cNvPr>
          <p:cNvSpPr>
            <a:spLocks noGrp="1"/>
          </p:cNvSpPr>
          <p:nvPr>
            <p:ph type="sldNum" sz="quarter" idx="12"/>
          </p:nvPr>
        </p:nvSpPr>
        <p:spPr/>
        <p:txBody>
          <a:bodyPr/>
          <a:lstStyle/>
          <a:p>
            <a:fld id="{6F89A9E9-A8B1-4524-AE75-5A6692DCE9C4}" type="slidenum">
              <a:rPr lang="ko-KR" altLang="en-US" smtClean="0"/>
              <a:t>‹#›</a:t>
            </a:fld>
            <a:endParaRPr lang="ko-KR" altLang="en-US"/>
          </a:p>
        </p:txBody>
      </p:sp>
    </p:spTree>
    <p:extLst>
      <p:ext uri="{BB962C8B-B14F-4D97-AF65-F5344CB8AC3E}">
        <p14:creationId xmlns:p14="http://schemas.microsoft.com/office/powerpoint/2010/main" val="126260100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F353E7F7-430E-DF29-A907-1E7278D9C427}"/>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그림 개체 틀 2">
            <a:extLst>
              <a:ext uri="{FF2B5EF4-FFF2-40B4-BE49-F238E27FC236}">
                <a16:creationId xmlns:a16="http://schemas.microsoft.com/office/drawing/2014/main" id="{38D3ECFE-778E-FF6C-8566-585D48061A9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4" name="텍스트 개체 틀 3">
            <a:extLst>
              <a:ext uri="{FF2B5EF4-FFF2-40B4-BE49-F238E27FC236}">
                <a16:creationId xmlns:a16="http://schemas.microsoft.com/office/drawing/2014/main" id="{B1E822EC-CA3A-CF18-980D-1E4F5B0EF72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B90817CC-AEEE-A396-3146-5B836E21853B}"/>
              </a:ext>
            </a:extLst>
          </p:cNvPr>
          <p:cNvSpPr>
            <a:spLocks noGrp="1"/>
          </p:cNvSpPr>
          <p:nvPr>
            <p:ph type="dt" sz="half" idx="10"/>
          </p:nvPr>
        </p:nvSpPr>
        <p:spPr/>
        <p:txBody>
          <a:bodyPr/>
          <a:lstStyle/>
          <a:p>
            <a:fld id="{995C7C8F-822A-4723-A724-B24BDCABEA27}" type="datetimeFigureOut">
              <a:rPr lang="ko-KR" altLang="en-US" smtClean="0"/>
              <a:t>2025-07-17</a:t>
            </a:fld>
            <a:endParaRPr lang="ko-KR" altLang="en-US"/>
          </a:p>
        </p:txBody>
      </p:sp>
      <p:sp>
        <p:nvSpPr>
          <p:cNvPr id="6" name="바닥글 개체 틀 5">
            <a:extLst>
              <a:ext uri="{FF2B5EF4-FFF2-40B4-BE49-F238E27FC236}">
                <a16:creationId xmlns:a16="http://schemas.microsoft.com/office/drawing/2014/main" id="{48F52151-B15F-286C-5A38-6E1469577B99}"/>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1041B3B1-977C-A6B3-64AE-92DFFA07EE6D}"/>
              </a:ext>
            </a:extLst>
          </p:cNvPr>
          <p:cNvSpPr>
            <a:spLocks noGrp="1"/>
          </p:cNvSpPr>
          <p:nvPr>
            <p:ph type="sldNum" sz="quarter" idx="12"/>
          </p:nvPr>
        </p:nvSpPr>
        <p:spPr/>
        <p:txBody>
          <a:bodyPr/>
          <a:lstStyle/>
          <a:p>
            <a:fld id="{6F89A9E9-A8B1-4524-AE75-5A6692DCE9C4}" type="slidenum">
              <a:rPr lang="ko-KR" altLang="en-US" smtClean="0"/>
              <a:t>‹#›</a:t>
            </a:fld>
            <a:endParaRPr lang="ko-KR" altLang="en-US"/>
          </a:p>
        </p:txBody>
      </p:sp>
    </p:spTree>
    <p:extLst>
      <p:ext uri="{BB962C8B-B14F-4D97-AF65-F5344CB8AC3E}">
        <p14:creationId xmlns:p14="http://schemas.microsoft.com/office/powerpoint/2010/main" val="320840798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449232F-0259-D281-482A-795E3A0120B4}"/>
              </a:ext>
            </a:extLst>
          </p:cNvPr>
          <p:cNvSpPr>
            <a:spLocks noGrp="1"/>
          </p:cNvSpPr>
          <p:nvPr>
            <p:ph type="title"/>
          </p:nvPr>
        </p:nvSpPr>
        <p:spPr/>
        <p:txBody>
          <a:bodyPr/>
          <a:lstStyle/>
          <a:p>
            <a:r>
              <a:rPr lang="ko-KR" altLang="en-US"/>
              <a:t>마스터 제목 스타일 편집</a:t>
            </a:r>
          </a:p>
        </p:txBody>
      </p:sp>
      <p:sp>
        <p:nvSpPr>
          <p:cNvPr id="3" name="세로 텍스트 개체 틀 2">
            <a:extLst>
              <a:ext uri="{FF2B5EF4-FFF2-40B4-BE49-F238E27FC236}">
                <a16:creationId xmlns:a16="http://schemas.microsoft.com/office/drawing/2014/main" id="{5B6487E5-ECAB-E31D-556E-0F72061D22F4}"/>
              </a:ext>
            </a:extLst>
          </p:cNvPr>
          <p:cNvSpPr>
            <a:spLocks noGrp="1"/>
          </p:cNvSpPr>
          <p:nvPr>
            <p:ph type="body" orient="vert" idx="1"/>
          </p:nvPr>
        </p:nvSpPr>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F767B21D-6700-E965-D8AA-5757BD41E18D}"/>
              </a:ext>
            </a:extLst>
          </p:cNvPr>
          <p:cNvSpPr>
            <a:spLocks noGrp="1"/>
          </p:cNvSpPr>
          <p:nvPr>
            <p:ph type="dt" sz="half" idx="10"/>
          </p:nvPr>
        </p:nvSpPr>
        <p:spPr/>
        <p:txBody>
          <a:bodyPr/>
          <a:lstStyle/>
          <a:p>
            <a:fld id="{995C7C8F-822A-4723-A724-B24BDCABEA27}" type="datetimeFigureOut">
              <a:rPr lang="ko-KR" altLang="en-US" smtClean="0"/>
              <a:t>2025-07-17</a:t>
            </a:fld>
            <a:endParaRPr lang="ko-KR" altLang="en-US"/>
          </a:p>
        </p:txBody>
      </p:sp>
      <p:sp>
        <p:nvSpPr>
          <p:cNvPr id="5" name="바닥글 개체 틀 4">
            <a:extLst>
              <a:ext uri="{FF2B5EF4-FFF2-40B4-BE49-F238E27FC236}">
                <a16:creationId xmlns:a16="http://schemas.microsoft.com/office/drawing/2014/main" id="{CA1B398F-B066-AE39-4626-2CC623A847E9}"/>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9BBFD0D5-BCF5-1746-90C3-99423EB55D1D}"/>
              </a:ext>
            </a:extLst>
          </p:cNvPr>
          <p:cNvSpPr>
            <a:spLocks noGrp="1"/>
          </p:cNvSpPr>
          <p:nvPr>
            <p:ph type="sldNum" sz="quarter" idx="12"/>
          </p:nvPr>
        </p:nvSpPr>
        <p:spPr/>
        <p:txBody>
          <a:bodyPr/>
          <a:lstStyle/>
          <a:p>
            <a:fld id="{6F89A9E9-A8B1-4524-AE75-5A6692DCE9C4}" type="slidenum">
              <a:rPr lang="ko-KR" altLang="en-US" smtClean="0"/>
              <a:t>‹#›</a:t>
            </a:fld>
            <a:endParaRPr lang="ko-KR" altLang="en-US"/>
          </a:p>
        </p:txBody>
      </p:sp>
    </p:spTree>
    <p:extLst>
      <p:ext uri="{BB962C8B-B14F-4D97-AF65-F5344CB8AC3E}">
        <p14:creationId xmlns:p14="http://schemas.microsoft.com/office/powerpoint/2010/main" val="82699240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a:extLst>
              <a:ext uri="{FF2B5EF4-FFF2-40B4-BE49-F238E27FC236}">
                <a16:creationId xmlns:a16="http://schemas.microsoft.com/office/drawing/2014/main" id="{71D96222-EAA6-F744-F27C-B7D5E2DBF18F}"/>
              </a:ext>
            </a:extLst>
          </p:cNvPr>
          <p:cNvSpPr>
            <a:spLocks noGrp="1"/>
          </p:cNvSpPr>
          <p:nvPr>
            <p:ph type="title" orient="vert"/>
          </p:nvPr>
        </p:nvSpPr>
        <p:spPr>
          <a:xfrm>
            <a:off x="8724900" y="365125"/>
            <a:ext cx="2628900" cy="5811838"/>
          </a:xfrm>
        </p:spPr>
        <p:txBody>
          <a:bodyPr vert="eaVert"/>
          <a:lstStyle/>
          <a:p>
            <a:r>
              <a:rPr lang="ko-KR" altLang="en-US"/>
              <a:t>마스터 제목 스타일 편집</a:t>
            </a:r>
          </a:p>
        </p:txBody>
      </p:sp>
      <p:sp>
        <p:nvSpPr>
          <p:cNvPr id="3" name="세로 텍스트 개체 틀 2">
            <a:extLst>
              <a:ext uri="{FF2B5EF4-FFF2-40B4-BE49-F238E27FC236}">
                <a16:creationId xmlns:a16="http://schemas.microsoft.com/office/drawing/2014/main" id="{3441E7DE-98A9-3340-B0A6-C6121D345597}"/>
              </a:ext>
            </a:extLst>
          </p:cNvPr>
          <p:cNvSpPr>
            <a:spLocks noGrp="1"/>
          </p:cNvSpPr>
          <p:nvPr>
            <p:ph type="body" orient="vert" idx="1"/>
          </p:nvPr>
        </p:nvSpPr>
        <p:spPr>
          <a:xfrm>
            <a:off x="838200" y="365125"/>
            <a:ext cx="7734300" cy="5811838"/>
          </a:xfrm>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4E44A835-7DE6-531E-913F-229CFC3BD219}"/>
              </a:ext>
            </a:extLst>
          </p:cNvPr>
          <p:cNvSpPr>
            <a:spLocks noGrp="1"/>
          </p:cNvSpPr>
          <p:nvPr>
            <p:ph type="dt" sz="half" idx="10"/>
          </p:nvPr>
        </p:nvSpPr>
        <p:spPr/>
        <p:txBody>
          <a:bodyPr/>
          <a:lstStyle/>
          <a:p>
            <a:fld id="{995C7C8F-822A-4723-A724-B24BDCABEA27}" type="datetimeFigureOut">
              <a:rPr lang="ko-KR" altLang="en-US" smtClean="0"/>
              <a:t>2025-07-17</a:t>
            </a:fld>
            <a:endParaRPr lang="ko-KR" altLang="en-US"/>
          </a:p>
        </p:txBody>
      </p:sp>
      <p:sp>
        <p:nvSpPr>
          <p:cNvPr id="5" name="바닥글 개체 틀 4">
            <a:extLst>
              <a:ext uri="{FF2B5EF4-FFF2-40B4-BE49-F238E27FC236}">
                <a16:creationId xmlns:a16="http://schemas.microsoft.com/office/drawing/2014/main" id="{7770D9F8-7396-3FBC-730C-BCDFE9D7845B}"/>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3634139E-ADE1-80AE-29CE-297CBC11EC52}"/>
              </a:ext>
            </a:extLst>
          </p:cNvPr>
          <p:cNvSpPr>
            <a:spLocks noGrp="1"/>
          </p:cNvSpPr>
          <p:nvPr>
            <p:ph type="sldNum" sz="quarter" idx="12"/>
          </p:nvPr>
        </p:nvSpPr>
        <p:spPr/>
        <p:txBody>
          <a:bodyPr/>
          <a:lstStyle/>
          <a:p>
            <a:fld id="{6F89A9E9-A8B1-4524-AE75-5A6692DCE9C4}" type="slidenum">
              <a:rPr lang="ko-KR" altLang="en-US" smtClean="0"/>
              <a:t>‹#›</a:t>
            </a:fld>
            <a:endParaRPr lang="ko-KR" altLang="en-US"/>
          </a:p>
        </p:txBody>
      </p:sp>
    </p:spTree>
    <p:extLst>
      <p:ext uri="{BB962C8B-B14F-4D97-AF65-F5344CB8AC3E}">
        <p14:creationId xmlns:p14="http://schemas.microsoft.com/office/powerpoint/2010/main" val="48511300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a:extLst>
              <a:ext uri="{FF2B5EF4-FFF2-40B4-BE49-F238E27FC236}">
                <a16:creationId xmlns:a16="http://schemas.microsoft.com/office/drawing/2014/main" id="{2C45AF03-B77F-3B9C-0D50-F43566DB8B1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a:extLst>
              <a:ext uri="{FF2B5EF4-FFF2-40B4-BE49-F238E27FC236}">
                <a16:creationId xmlns:a16="http://schemas.microsoft.com/office/drawing/2014/main" id="{0B99D64E-7686-48F4-3A49-F4A18E43A4E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0344F641-BE21-3760-61D1-E8767A53723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02CD248-AE16-47FA-AF5A-2F10FD8A8207}" type="datetimeFigureOut">
              <a:rPr lang="ko-KR" altLang="en-US" smtClean="0"/>
              <a:t>2025-07-17</a:t>
            </a:fld>
            <a:endParaRPr lang="ko-KR" altLang="en-US"/>
          </a:p>
        </p:txBody>
      </p:sp>
      <p:sp>
        <p:nvSpPr>
          <p:cNvPr id="5" name="바닥글 개체 틀 4">
            <a:extLst>
              <a:ext uri="{FF2B5EF4-FFF2-40B4-BE49-F238E27FC236}">
                <a16:creationId xmlns:a16="http://schemas.microsoft.com/office/drawing/2014/main" id="{F51AA6E2-D414-62F2-AC16-D30636041BB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ko-KR" altLang="en-US"/>
          </a:p>
        </p:txBody>
      </p:sp>
      <p:sp>
        <p:nvSpPr>
          <p:cNvPr id="6" name="슬라이드 번호 개체 틀 5">
            <a:extLst>
              <a:ext uri="{FF2B5EF4-FFF2-40B4-BE49-F238E27FC236}">
                <a16:creationId xmlns:a16="http://schemas.microsoft.com/office/drawing/2014/main" id="{52522650-C21E-2B62-8C75-7307D8F9862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0C08405-68B1-41BF-8C7D-301B56B5E2D1}" type="slidenum">
              <a:rPr lang="ko-KR" altLang="en-US" smtClean="0"/>
              <a:t>‹#›</a:t>
            </a:fld>
            <a:endParaRPr lang="ko-KR" altLang="en-US"/>
          </a:p>
        </p:txBody>
      </p:sp>
    </p:spTree>
    <p:extLst>
      <p:ext uri="{BB962C8B-B14F-4D97-AF65-F5344CB8AC3E}">
        <p14:creationId xmlns:p14="http://schemas.microsoft.com/office/powerpoint/2010/main" val="50371234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제목 개체 틀 1">
            <a:extLst>
              <a:ext uri="{FF2B5EF4-FFF2-40B4-BE49-F238E27FC236}">
                <a16:creationId xmlns:a16="http://schemas.microsoft.com/office/drawing/2014/main" id="{A638AA3E-3CBE-0E31-C25B-DDF1738E9A0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a:extLst>
              <a:ext uri="{FF2B5EF4-FFF2-40B4-BE49-F238E27FC236}">
                <a16:creationId xmlns:a16="http://schemas.microsoft.com/office/drawing/2014/main" id="{889386C2-7F03-5DC4-B6E0-7465E53BB03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BECDF101-707F-4943-8E03-9E19AD6D0DF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95C7C8F-822A-4723-A724-B24BDCABEA27}" type="datetimeFigureOut">
              <a:rPr lang="ko-KR" altLang="en-US" smtClean="0"/>
              <a:t>2025-07-17</a:t>
            </a:fld>
            <a:endParaRPr lang="ko-KR" altLang="en-US"/>
          </a:p>
        </p:txBody>
      </p:sp>
      <p:sp>
        <p:nvSpPr>
          <p:cNvPr id="5" name="바닥글 개체 틀 4">
            <a:extLst>
              <a:ext uri="{FF2B5EF4-FFF2-40B4-BE49-F238E27FC236}">
                <a16:creationId xmlns:a16="http://schemas.microsoft.com/office/drawing/2014/main" id="{5EADDCAF-B549-10B8-1F53-689C68F0E3B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ko-KR" altLang="en-US"/>
          </a:p>
        </p:txBody>
      </p:sp>
      <p:sp>
        <p:nvSpPr>
          <p:cNvPr id="6" name="슬라이드 번호 개체 틀 5">
            <a:extLst>
              <a:ext uri="{FF2B5EF4-FFF2-40B4-BE49-F238E27FC236}">
                <a16:creationId xmlns:a16="http://schemas.microsoft.com/office/drawing/2014/main" id="{FDADD43F-1E1B-4880-B829-C75EF985C5E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F89A9E9-A8B1-4524-AE75-5A6692DCE9C4}" type="slidenum">
              <a:rPr lang="ko-KR" altLang="en-US" smtClean="0"/>
              <a:t>‹#›</a:t>
            </a:fld>
            <a:endParaRPr lang="ko-KR" altLang="en-US"/>
          </a:p>
        </p:txBody>
      </p:sp>
    </p:spTree>
    <p:extLst>
      <p:ext uri="{BB962C8B-B14F-4D97-AF65-F5344CB8AC3E}">
        <p14:creationId xmlns:p14="http://schemas.microsoft.com/office/powerpoint/2010/main" val="158745862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657C03-7DE0-E0F9-8167-0878D3D0AD2A}"/>
            </a:ext>
          </a:extLst>
        </p:cNvPr>
        <p:cNvGrpSpPr/>
        <p:nvPr/>
      </p:nvGrpSpPr>
      <p:grpSpPr>
        <a:xfrm>
          <a:off x="0" y="0"/>
          <a:ext cx="0" cy="0"/>
          <a:chOff x="0" y="0"/>
          <a:chExt cx="0" cy="0"/>
        </a:xfrm>
      </p:grpSpPr>
      <p:sp>
        <p:nvSpPr>
          <p:cNvPr id="23" name="직사각형 22">
            <a:extLst>
              <a:ext uri="{FF2B5EF4-FFF2-40B4-BE49-F238E27FC236}">
                <a16:creationId xmlns:a16="http://schemas.microsoft.com/office/drawing/2014/main" id="{19169C31-E35E-B58F-A814-E65D8A184638}"/>
              </a:ext>
            </a:extLst>
          </p:cNvPr>
          <p:cNvSpPr/>
          <p:nvPr/>
        </p:nvSpPr>
        <p:spPr>
          <a:xfrm>
            <a:off x="-7468" y="0"/>
            <a:ext cx="4212175" cy="6858000"/>
          </a:xfrm>
          <a:prstGeom prst="rect">
            <a:avLst/>
          </a:prstGeom>
          <a:solidFill>
            <a:schemeClr val="accent6">
              <a:lumMod val="20000"/>
              <a:lumOff val="8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1219140" rtl="0" eaLnBrk="0" fontAlgn="base" latinLnBrk="0" hangingPunct="0">
              <a:lnSpc>
                <a:spcPct val="100000"/>
              </a:lnSpc>
              <a:spcBef>
                <a:spcPct val="0"/>
              </a:spcBef>
              <a:spcAft>
                <a:spcPct val="0"/>
              </a:spcAft>
              <a:buClrTx/>
              <a:buSzTx/>
              <a:buFontTx/>
              <a:buNone/>
              <a:tabLst/>
              <a:defRPr/>
            </a:pPr>
            <a:endParaRPr kumimoji="1" lang="ko-KR" altLang="en-US" sz="2400" b="0" i="0" u="none" strike="noStrike" kern="1200" cap="none" spc="0" normalizeH="0" baseline="0" noProof="0" dirty="0">
              <a:ln>
                <a:noFill/>
              </a:ln>
              <a:solidFill>
                <a:prstClr val="white"/>
              </a:solidFill>
              <a:effectLst/>
              <a:uLnTx/>
              <a:uFillTx/>
              <a:latin typeface="맑은 고딕" panose="020F0502020204030204"/>
              <a:ea typeface="맑은 고딕" panose="020B0503020000020004" pitchFamily="50" charset="-127"/>
              <a:cs typeface="+mn-cs"/>
            </a:endParaRPr>
          </a:p>
        </p:txBody>
      </p:sp>
      <p:sp>
        <p:nvSpPr>
          <p:cNvPr id="10" name="TextBox 9">
            <a:extLst>
              <a:ext uri="{FF2B5EF4-FFF2-40B4-BE49-F238E27FC236}">
                <a16:creationId xmlns:a16="http://schemas.microsoft.com/office/drawing/2014/main" id="{F1C51526-9E46-003D-540D-3596EB5F6E8E}"/>
              </a:ext>
            </a:extLst>
          </p:cNvPr>
          <p:cNvSpPr txBox="1"/>
          <p:nvPr/>
        </p:nvSpPr>
        <p:spPr>
          <a:xfrm>
            <a:off x="541691" y="568591"/>
            <a:ext cx="3867332" cy="666786"/>
          </a:xfrm>
          <a:prstGeom prst="rect">
            <a:avLst/>
          </a:prstGeom>
          <a:noFill/>
        </p:spPr>
        <p:txBody>
          <a:bodyPr wrap="square" rtlCol="0">
            <a:spAutoFit/>
          </a:bodyPr>
          <a:lstStyle/>
          <a:p>
            <a:pPr marL="0" marR="0" lvl="0" indent="0" algn="l" defTabSz="1219140" rtl="0" eaLnBrk="0" fontAlgn="base" latinLnBrk="0" hangingPunct="0">
              <a:lnSpc>
                <a:spcPct val="100000"/>
              </a:lnSpc>
              <a:spcBef>
                <a:spcPct val="0"/>
              </a:spcBef>
              <a:spcAft>
                <a:spcPct val="0"/>
              </a:spcAft>
              <a:buClrTx/>
              <a:buSzTx/>
              <a:buFontTx/>
              <a:buNone/>
              <a:tabLst/>
              <a:defRPr/>
            </a:pPr>
            <a:r>
              <a:rPr sz="3729">
                <a:solidFill>
                  <a:srgbClr val="1F3337"/>
                </a:solidFill>
                <a:latin typeface="나눔스퀘어 네오 ExtraBold"/>
              </a:rPr>
              <a:t>창세기</a:t>
            </a:r>
            <a:endParaRPr kumimoji="1" lang="en-US" altLang="ko-KR" sz="3733" b="1" i="0" u="none" strike="noStrike" kern="1200" cap="none" spc="0" normalizeH="0" baseline="0" noProof="0" dirty="0">
              <a:ln>
                <a:noFill/>
              </a:ln>
              <a:solidFill>
                <a:srgbClr val="213337"/>
              </a:solidFill>
              <a:effectLst/>
              <a:uLnTx/>
              <a:uFillTx/>
              <a:latin typeface="나눔스퀘어 네오 ExtraBold" panose="00000900000000000000" pitchFamily="2" charset="-127"/>
              <a:ea typeface="나눔스퀘어 네오 ExtraBold" panose="00000900000000000000" pitchFamily="2" charset="-127"/>
              <a:cs typeface="+mn-cs"/>
            </a:endParaRPr>
          </a:p>
          <a:p>
            <a:r>
              <a:rPr sz="3729">
                <a:solidFill>
                  <a:srgbClr val="1F3337"/>
                </a:solidFill>
                <a:latin typeface="나눔스퀘어 네오 ExtraBold"/>
              </a:rPr>
              <a:t>1:1</a:t>
            </a:r>
          </a:p>
        </p:txBody>
      </p:sp>
      <p:cxnSp>
        <p:nvCxnSpPr>
          <p:cNvPr id="14" name="직선 연결선 13">
            <a:extLst>
              <a:ext uri="{FF2B5EF4-FFF2-40B4-BE49-F238E27FC236}">
                <a16:creationId xmlns:a16="http://schemas.microsoft.com/office/drawing/2014/main" id="{DF27D16E-3EE5-D795-3F3F-D360817DC3AA}"/>
              </a:ext>
            </a:extLst>
          </p:cNvPr>
          <p:cNvCxnSpPr>
            <a:cxnSpLocks/>
          </p:cNvCxnSpPr>
          <p:nvPr/>
        </p:nvCxnSpPr>
        <p:spPr>
          <a:xfrm>
            <a:off x="4212177" y="241302"/>
            <a:ext cx="0" cy="6379633"/>
          </a:xfrm>
          <a:prstGeom prst="line">
            <a:avLst/>
          </a:prstGeom>
          <a:ln w="19050">
            <a:solidFill>
              <a:srgbClr val="213337"/>
            </a:solidFill>
          </a:ln>
        </p:spPr>
        <p:style>
          <a:lnRef idx="1">
            <a:schemeClr val="accent2"/>
          </a:lnRef>
          <a:fillRef idx="0">
            <a:schemeClr val="accent2"/>
          </a:fillRef>
          <a:effectRef idx="0">
            <a:schemeClr val="accent2"/>
          </a:effectRef>
          <a:fontRef idx="minor">
            <a:schemeClr val="tx1"/>
          </a:fontRef>
        </p:style>
      </p:cxnSp>
      <p:sp>
        <p:nvSpPr>
          <p:cNvPr id="15" name="타원 14">
            <a:extLst>
              <a:ext uri="{FF2B5EF4-FFF2-40B4-BE49-F238E27FC236}">
                <a16:creationId xmlns:a16="http://schemas.microsoft.com/office/drawing/2014/main" id="{07FD1CA4-A20B-11FC-E23C-FC5F3F624592}"/>
              </a:ext>
            </a:extLst>
          </p:cNvPr>
          <p:cNvSpPr/>
          <p:nvPr/>
        </p:nvSpPr>
        <p:spPr>
          <a:xfrm>
            <a:off x="4095764" y="578135"/>
            <a:ext cx="228595" cy="228595"/>
          </a:xfrm>
          <a:prstGeom prst="ellipse">
            <a:avLst/>
          </a:prstGeom>
          <a:solidFill>
            <a:srgbClr val="21333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1219140" rtl="0" eaLnBrk="0" fontAlgn="base" latinLnBrk="0" hangingPunct="0">
              <a:lnSpc>
                <a:spcPct val="100000"/>
              </a:lnSpc>
              <a:spcBef>
                <a:spcPct val="0"/>
              </a:spcBef>
              <a:spcAft>
                <a:spcPct val="0"/>
              </a:spcAft>
              <a:buClrTx/>
              <a:buSzTx/>
              <a:buFontTx/>
              <a:buNone/>
              <a:tabLst/>
              <a:defRPr/>
            </a:pPr>
            <a:endParaRPr kumimoji="1" lang="ko-KR" altLang="en-US" sz="2400" b="0" i="0" u="none" strike="noStrike" kern="1200" cap="none" spc="0" normalizeH="0" baseline="0" noProof="0">
              <a:ln>
                <a:noFill/>
              </a:ln>
              <a:solidFill>
                <a:prstClr val="white"/>
              </a:solidFill>
              <a:effectLst/>
              <a:uLnTx/>
              <a:uFillTx/>
              <a:latin typeface="맑은 고딕" panose="020F0502020204030204"/>
              <a:ea typeface="맑은 고딕" panose="020B0503020000020004" pitchFamily="50" charset="-127"/>
              <a:cs typeface="+mn-cs"/>
            </a:endParaRPr>
          </a:p>
        </p:txBody>
      </p:sp>
      <p:sp>
        <p:nvSpPr>
          <p:cNvPr id="22" name="그래픽 20">
            <a:extLst>
              <a:ext uri="{FF2B5EF4-FFF2-40B4-BE49-F238E27FC236}">
                <a16:creationId xmlns:a16="http://schemas.microsoft.com/office/drawing/2014/main" id="{59909059-D14E-9A87-C3A1-5A731C56D049}"/>
              </a:ext>
            </a:extLst>
          </p:cNvPr>
          <p:cNvSpPr/>
          <p:nvPr/>
        </p:nvSpPr>
        <p:spPr>
          <a:xfrm rot="10953421">
            <a:off x="722713" y="1970970"/>
            <a:ext cx="1134324" cy="332292"/>
          </a:xfrm>
          <a:custGeom>
            <a:avLst/>
            <a:gdLst>
              <a:gd name="connsiteX0" fmla="*/ 847353 w 850743"/>
              <a:gd name="connsiteY0" fmla="*/ 123779 h 249219"/>
              <a:gd name="connsiteX1" fmla="*/ 707811 w 850743"/>
              <a:gd name="connsiteY1" fmla="*/ 86105 h 249219"/>
              <a:gd name="connsiteX2" fmla="*/ 680661 w 850743"/>
              <a:gd name="connsiteY2" fmla="*/ 85053 h 249219"/>
              <a:gd name="connsiteX3" fmla="*/ 606575 w 850743"/>
              <a:gd name="connsiteY3" fmla="*/ 112203 h 249219"/>
              <a:gd name="connsiteX4" fmla="*/ 606154 w 850743"/>
              <a:gd name="connsiteY4" fmla="*/ 112835 h 249219"/>
              <a:gd name="connsiteX5" fmla="*/ 605312 w 850743"/>
              <a:gd name="connsiteY5" fmla="*/ 112835 h 249219"/>
              <a:gd name="connsiteX6" fmla="*/ 513547 w 850743"/>
              <a:gd name="connsiteY6" fmla="*/ 114098 h 249219"/>
              <a:gd name="connsiteX7" fmla="*/ 503655 w 850743"/>
              <a:gd name="connsiteY7" fmla="*/ 114098 h 249219"/>
              <a:gd name="connsiteX8" fmla="*/ 512916 w 850743"/>
              <a:gd name="connsiteY8" fmla="*/ 110730 h 249219"/>
              <a:gd name="connsiteX9" fmla="*/ 619204 w 850743"/>
              <a:gd name="connsiteY9" fmla="*/ 8442 h 249219"/>
              <a:gd name="connsiteX10" fmla="*/ 618151 w 850743"/>
              <a:gd name="connsiteY10" fmla="*/ 2759 h 249219"/>
              <a:gd name="connsiteX11" fmla="*/ 612889 w 850743"/>
              <a:gd name="connsiteY11" fmla="*/ 23 h 249219"/>
              <a:gd name="connsiteX12" fmla="*/ 612468 w 850743"/>
              <a:gd name="connsiteY12" fmla="*/ 23 h 249219"/>
              <a:gd name="connsiteX13" fmla="*/ 430412 w 850743"/>
              <a:gd name="connsiteY13" fmla="*/ 114519 h 249219"/>
              <a:gd name="connsiteX14" fmla="*/ 429991 w 850743"/>
              <a:gd name="connsiteY14" fmla="*/ 115361 h 249219"/>
              <a:gd name="connsiteX15" fmla="*/ 428938 w 850743"/>
              <a:gd name="connsiteY15" fmla="*/ 115361 h 249219"/>
              <a:gd name="connsiteX16" fmla="*/ 334016 w 850743"/>
              <a:gd name="connsiteY16" fmla="*/ 116623 h 249219"/>
              <a:gd name="connsiteX17" fmla="*/ 323072 w 850743"/>
              <a:gd name="connsiteY17" fmla="*/ 116623 h 249219"/>
              <a:gd name="connsiteX18" fmla="*/ 333385 w 850743"/>
              <a:gd name="connsiteY18" fmla="*/ 113256 h 249219"/>
              <a:gd name="connsiteX19" fmla="*/ 456300 w 850743"/>
              <a:gd name="connsiteY19" fmla="*/ 13072 h 249219"/>
              <a:gd name="connsiteX20" fmla="*/ 455458 w 850743"/>
              <a:gd name="connsiteY20" fmla="*/ 7600 h 249219"/>
              <a:gd name="connsiteX21" fmla="*/ 449985 w 850743"/>
              <a:gd name="connsiteY21" fmla="*/ 4443 h 249219"/>
              <a:gd name="connsiteX22" fmla="*/ 449564 w 850743"/>
              <a:gd name="connsiteY22" fmla="*/ 4443 h 249219"/>
              <a:gd name="connsiteX23" fmla="*/ 276768 w 850743"/>
              <a:gd name="connsiteY23" fmla="*/ 112203 h 249219"/>
              <a:gd name="connsiteX24" fmla="*/ 276347 w 850743"/>
              <a:gd name="connsiteY24" fmla="*/ 112835 h 249219"/>
              <a:gd name="connsiteX25" fmla="*/ 273822 w 850743"/>
              <a:gd name="connsiteY25" fmla="*/ 116202 h 249219"/>
              <a:gd name="connsiteX26" fmla="*/ 273401 w 850743"/>
              <a:gd name="connsiteY26" fmla="*/ 117465 h 249219"/>
              <a:gd name="connsiteX27" fmla="*/ 236148 w 850743"/>
              <a:gd name="connsiteY27" fmla="*/ 117886 h 249219"/>
              <a:gd name="connsiteX28" fmla="*/ 5051 w 850743"/>
              <a:gd name="connsiteY28" fmla="*/ 118728 h 249219"/>
              <a:gd name="connsiteX29" fmla="*/ 0 w 850743"/>
              <a:gd name="connsiteY29" fmla="*/ 132198 h 249219"/>
              <a:gd name="connsiteX30" fmla="*/ 279084 w 850743"/>
              <a:gd name="connsiteY30" fmla="*/ 130935 h 249219"/>
              <a:gd name="connsiteX31" fmla="*/ 280136 w 850743"/>
              <a:gd name="connsiteY31" fmla="*/ 130935 h 249219"/>
              <a:gd name="connsiteX32" fmla="*/ 280557 w 850743"/>
              <a:gd name="connsiteY32" fmla="*/ 131777 h 249219"/>
              <a:gd name="connsiteX33" fmla="*/ 451248 w 850743"/>
              <a:gd name="connsiteY33" fmla="*/ 244589 h 249219"/>
              <a:gd name="connsiteX34" fmla="*/ 452722 w 850743"/>
              <a:gd name="connsiteY34" fmla="*/ 244589 h 249219"/>
              <a:gd name="connsiteX35" fmla="*/ 458615 w 850743"/>
              <a:gd name="connsiteY35" fmla="*/ 241432 h 249219"/>
              <a:gd name="connsiteX36" fmla="*/ 458615 w 850743"/>
              <a:gd name="connsiteY36" fmla="*/ 234697 h 249219"/>
              <a:gd name="connsiteX37" fmla="*/ 344329 w 850743"/>
              <a:gd name="connsiteY37" fmla="*/ 133461 h 249219"/>
              <a:gd name="connsiteX38" fmla="*/ 336963 w 850743"/>
              <a:gd name="connsiteY38" fmla="*/ 130304 h 249219"/>
              <a:gd name="connsiteX39" fmla="*/ 345171 w 850743"/>
              <a:gd name="connsiteY39" fmla="*/ 130304 h 249219"/>
              <a:gd name="connsiteX40" fmla="*/ 419046 w 850743"/>
              <a:gd name="connsiteY40" fmla="*/ 129252 h 249219"/>
              <a:gd name="connsiteX41" fmla="*/ 432095 w 850743"/>
              <a:gd name="connsiteY41" fmla="*/ 129252 h 249219"/>
              <a:gd name="connsiteX42" fmla="*/ 432516 w 850743"/>
              <a:gd name="connsiteY42" fmla="*/ 130304 h 249219"/>
              <a:gd name="connsiteX43" fmla="*/ 507444 w 850743"/>
              <a:gd name="connsiteY43" fmla="*/ 211545 h 249219"/>
              <a:gd name="connsiteX44" fmla="*/ 655825 w 850743"/>
              <a:gd name="connsiteY44" fmla="*/ 249219 h 249219"/>
              <a:gd name="connsiteX45" fmla="*/ 661719 w 850743"/>
              <a:gd name="connsiteY45" fmla="*/ 245221 h 249219"/>
              <a:gd name="connsiteX46" fmla="*/ 661298 w 850743"/>
              <a:gd name="connsiteY46" fmla="*/ 238906 h 249219"/>
              <a:gd name="connsiteX47" fmla="*/ 514179 w 850743"/>
              <a:gd name="connsiteY47" fmla="*/ 131146 h 249219"/>
              <a:gd name="connsiteX48" fmla="*/ 505339 w 850743"/>
              <a:gd name="connsiteY48" fmla="*/ 127989 h 249219"/>
              <a:gd name="connsiteX49" fmla="*/ 514600 w 850743"/>
              <a:gd name="connsiteY49" fmla="*/ 127989 h 249219"/>
              <a:gd name="connsiteX50" fmla="*/ 594999 w 850743"/>
              <a:gd name="connsiteY50" fmla="*/ 126726 h 249219"/>
              <a:gd name="connsiteX51" fmla="*/ 596052 w 850743"/>
              <a:gd name="connsiteY51" fmla="*/ 126726 h 249219"/>
              <a:gd name="connsiteX52" fmla="*/ 596473 w 850743"/>
              <a:gd name="connsiteY52" fmla="*/ 127568 h 249219"/>
              <a:gd name="connsiteX53" fmla="*/ 598367 w 850743"/>
              <a:gd name="connsiteY53" fmla="*/ 129672 h 249219"/>
              <a:gd name="connsiteX54" fmla="*/ 720650 w 850743"/>
              <a:gd name="connsiteY54" fmla="*/ 161664 h 249219"/>
              <a:gd name="connsiteX55" fmla="*/ 734120 w 850743"/>
              <a:gd name="connsiteY55" fmla="*/ 161664 h 249219"/>
              <a:gd name="connsiteX56" fmla="*/ 847564 w 850743"/>
              <a:gd name="connsiteY56" fmla="*/ 135776 h 249219"/>
              <a:gd name="connsiteX57" fmla="*/ 850721 w 850743"/>
              <a:gd name="connsiteY57" fmla="*/ 129252 h 249219"/>
              <a:gd name="connsiteX58" fmla="*/ 847353 w 850743"/>
              <a:gd name="connsiteY58" fmla="*/ 123990 h 249219"/>
              <a:gd name="connsiteX59" fmla="*/ 295921 w 850743"/>
              <a:gd name="connsiteY59" fmla="*/ 107363 h 249219"/>
              <a:gd name="connsiteX60" fmla="*/ 435463 w 850743"/>
              <a:gd name="connsiteY60" fmla="*/ 19807 h 249219"/>
              <a:gd name="connsiteX61" fmla="*/ 438830 w 850743"/>
              <a:gd name="connsiteY61" fmla="*/ 19386 h 249219"/>
              <a:gd name="connsiteX62" fmla="*/ 437147 w 850743"/>
              <a:gd name="connsiteY62" fmla="*/ 22333 h 249219"/>
              <a:gd name="connsiteX63" fmla="*/ 297605 w 850743"/>
              <a:gd name="connsiteY63" fmla="*/ 110099 h 249219"/>
              <a:gd name="connsiteX64" fmla="*/ 292975 w 850743"/>
              <a:gd name="connsiteY64" fmla="*/ 111362 h 249219"/>
              <a:gd name="connsiteX65" fmla="*/ 295711 w 850743"/>
              <a:gd name="connsiteY65" fmla="*/ 107573 h 249219"/>
              <a:gd name="connsiteX66" fmla="*/ 437357 w 850743"/>
              <a:gd name="connsiteY66" fmla="*/ 225226 h 249219"/>
              <a:gd name="connsiteX67" fmla="*/ 439672 w 850743"/>
              <a:gd name="connsiteY67" fmla="*/ 228804 h 249219"/>
              <a:gd name="connsiteX68" fmla="*/ 435463 w 850743"/>
              <a:gd name="connsiteY68" fmla="*/ 227752 h 249219"/>
              <a:gd name="connsiteX69" fmla="*/ 299078 w 850743"/>
              <a:gd name="connsiteY69" fmla="*/ 135355 h 249219"/>
              <a:gd name="connsiteX70" fmla="*/ 296342 w 850743"/>
              <a:gd name="connsiteY70" fmla="*/ 131356 h 249219"/>
              <a:gd name="connsiteX71" fmla="*/ 300972 w 850743"/>
              <a:gd name="connsiteY71" fmla="*/ 132619 h 249219"/>
              <a:gd name="connsiteX72" fmla="*/ 437357 w 850743"/>
              <a:gd name="connsiteY72" fmla="*/ 225015 h 249219"/>
              <a:gd name="connsiteX73" fmla="*/ 449144 w 850743"/>
              <a:gd name="connsiteY73" fmla="*/ 109467 h 249219"/>
              <a:gd name="connsiteX74" fmla="*/ 599419 w 850743"/>
              <a:gd name="connsiteY74" fmla="*/ 14966 h 249219"/>
              <a:gd name="connsiteX75" fmla="*/ 602366 w 850743"/>
              <a:gd name="connsiteY75" fmla="*/ 14545 h 249219"/>
              <a:gd name="connsiteX76" fmla="*/ 601103 w 850743"/>
              <a:gd name="connsiteY76" fmla="*/ 17281 h 249219"/>
              <a:gd name="connsiteX77" fmla="*/ 450617 w 850743"/>
              <a:gd name="connsiteY77" fmla="*/ 111993 h 249219"/>
              <a:gd name="connsiteX78" fmla="*/ 447039 w 850743"/>
              <a:gd name="connsiteY78" fmla="*/ 112414 h 249219"/>
              <a:gd name="connsiteX79" fmla="*/ 448933 w 850743"/>
              <a:gd name="connsiteY79" fmla="*/ 109257 h 249219"/>
              <a:gd name="connsiteX80" fmla="*/ 638146 w 850743"/>
              <a:gd name="connsiteY80" fmla="*/ 231961 h 249219"/>
              <a:gd name="connsiteX81" fmla="*/ 640882 w 850743"/>
              <a:gd name="connsiteY81" fmla="*/ 235118 h 249219"/>
              <a:gd name="connsiteX82" fmla="*/ 636673 w 850743"/>
              <a:gd name="connsiteY82" fmla="*/ 235118 h 249219"/>
              <a:gd name="connsiteX83" fmla="*/ 520914 w 850743"/>
              <a:gd name="connsiteY83" fmla="*/ 203337 h 249219"/>
              <a:gd name="connsiteX84" fmla="*/ 446197 w 850743"/>
              <a:gd name="connsiteY84" fmla="*/ 130935 h 249219"/>
              <a:gd name="connsiteX85" fmla="*/ 445566 w 850743"/>
              <a:gd name="connsiteY85" fmla="*/ 128831 h 249219"/>
              <a:gd name="connsiteX86" fmla="*/ 451669 w 850743"/>
              <a:gd name="connsiteY86" fmla="*/ 128831 h 249219"/>
              <a:gd name="connsiteX87" fmla="*/ 638146 w 850743"/>
              <a:gd name="connsiteY87" fmla="*/ 231961 h 249219"/>
              <a:gd name="connsiteX88" fmla="*/ 825885 w 850743"/>
              <a:gd name="connsiteY88" fmla="*/ 131988 h 249219"/>
              <a:gd name="connsiteX89" fmla="*/ 734541 w 850743"/>
              <a:gd name="connsiteY89" fmla="*/ 147983 h 249219"/>
              <a:gd name="connsiteX90" fmla="*/ 727806 w 850743"/>
              <a:gd name="connsiteY90" fmla="*/ 147983 h 249219"/>
              <a:gd name="connsiteX91" fmla="*/ 720650 w 850743"/>
              <a:gd name="connsiteY91" fmla="*/ 147983 h 249219"/>
              <a:gd name="connsiteX92" fmla="*/ 616467 w 850743"/>
              <a:gd name="connsiteY92" fmla="*/ 124832 h 249219"/>
              <a:gd name="connsiteX93" fmla="*/ 614784 w 850743"/>
              <a:gd name="connsiteY93" fmla="*/ 123779 h 249219"/>
              <a:gd name="connsiteX94" fmla="*/ 616046 w 850743"/>
              <a:gd name="connsiteY94" fmla="*/ 122306 h 249219"/>
              <a:gd name="connsiteX95" fmla="*/ 679608 w 850743"/>
              <a:gd name="connsiteY95" fmla="*/ 98523 h 249219"/>
              <a:gd name="connsiteX96" fmla="*/ 716020 w 850743"/>
              <a:gd name="connsiteY96" fmla="*/ 100628 h 249219"/>
              <a:gd name="connsiteX97" fmla="*/ 825885 w 850743"/>
              <a:gd name="connsiteY97" fmla="*/ 129041 h 249219"/>
              <a:gd name="connsiteX98" fmla="*/ 829463 w 850743"/>
              <a:gd name="connsiteY98" fmla="*/ 130514 h 249219"/>
              <a:gd name="connsiteX99" fmla="*/ 825885 w 850743"/>
              <a:gd name="connsiteY99" fmla="*/ 132198 h 2492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Lst>
            <a:rect l="l" t="t" r="r" b="b"/>
            <a:pathLst>
              <a:path w="850743" h="249219">
                <a:moveTo>
                  <a:pt x="847353" y="123779"/>
                </a:moveTo>
                <a:cubicBezTo>
                  <a:pt x="802734" y="102522"/>
                  <a:pt x="755799" y="89894"/>
                  <a:pt x="707811" y="86105"/>
                </a:cubicBezTo>
                <a:cubicBezTo>
                  <a:pt x="697288" y="85263"/>
                  <a:pt x="688659" y="85053"/>
                  <a:pt x="680661" y="85053"/>
                </a:cubicBezTo>
                <a:cubicBezTo>
                  <a:pt x="645933" y="85474"/>
                  <a:pt x="621729" y="94314"/>
                  <a:pt x="606575" y="112203"/>
                </a:cubicBezTo>
                <a:lnTo>
                  <a:pt x="606154" y="112835"/>
                </a:lnTo>
                <a:lnTo>
                  <a:pt x="605312" y="112835"/>
                </a:lnTo>
                <a:cubicBezTo>
                  <a:pt x="574794" y="113256"/>
                  <a:pt x="544066" y="113677"/>
                  <a:pt x="513547" y="114098"/>
                </a:cubicBezTo>
                <a:lnTo>
                  <a:pt x="503655" y="114098"/>
                </a:lnTo>
                <a:cubicBezTo>
                  <a:pt x="503655" y="114098"/>
                  <a:pt x="512916" y="110730"/>
                  <a:pt x="512916" y="110730"/>
                </a:cubicBezTo>
                <a:cubicBezTo>
                  <a:pt x="566165" y="90946"/>
                  <a:pt x="604050" y="54745"/>
                  <a:pt x="619204" y="8442"/>
                </a:cubicBezTo>
                <a:cubicBezTo>
                  <a:pt x="619835" y="6548"/>
                  <a:pt x="619414" y="4443"/>
                  <a:pt x="618151" y="2759"/>
                </a:cubicBezTo>
                <a:cubicBezTo>
                  <a:pt x="616888" y="1075"/>
                  <a:pt x="614784" y="-188"/>
                  <a:pt x="612889" y="23"/>
                </a:cubicBezTo>
                <a:lnTo>
                  <a:pt x="612468" y="23"/>
                </a:lnTo>
                <a:cubicBezTo>
                  <a:pt x="536910" y="4653"/>
                  <a:pt x="467244" y="48431"/>
                  <a:pt x="430412" y="114519"/>
                </a:cubicBezTo>
                <a:lnTo>
                  <a:pt x="429991" y="115361"/>
                </a:lnTo>
                <a:lnTo>
                  <a:pt x="428938" y="115361"/>
                </a:lnTo>
                <a:cubicBezTo>
                  <a:pt x="397368" y="115781"/>
                  <a:pt x="365587" y="116202"/>
                  <a:pt x="334016" y="116623"/>
                </a:cubicBezTo>
                <a:lnTo>
                  <a:pt x="323072" y="116623"/>
                </a:lnTo>
                <a:cubicBezTo>
                  <a:pt x="323072" y="116623"/>
                  <a:pt x="333385" y="113256"/>
                  <a:pt x="333385" y="113256"/>
                </a:cubicBezTo>
                <a:cubicBezTo>
                  <a:pt x="374848" y="99365"/>
                  <a:pt x="432727" y="73687"/>
                  <a:pt x="456300" y="13072"/>
                </a:cubicBezTo>
                <a:cubicBezTo>
                  <a:pt x="456931" y="11388"/>
                  <a:pt x="456720" y="9284"/>
                  <a:pt x="455458" y="7600"/>
                </a:cubicBezTo>
                <a:cubicBezTo>
                  <a:pt x="454195" y="5706"/>
                  <a:pt x="452090" y="4443"/>
                  <a:pt x="449985" y="4443"/>
                </a:cubicBezTo>
                <a:lnTo>
                  <a:pt x="449564" y="4443"/>
                </a:lnTo>
                <a:cubicBezTo>
                  <a:pt x="378005" y="10336"/>
                  <a:pt x="313390" y="50746"/>
                  <a:pt x="276768" y="112203"/>
                </a:cubicBezTo>
                <a:lnTo>
                  <a:pt x="276347" y="112835"/>
                </a:lnTo>
                <a:cubicBezTo>
                  <a:pt x="275085" y="113677"/>
                  <a:pt x="274243" y="114940"/>
                  <a:pt x="273822" y="116202"/>
                </a:cubicBezTo>
                <a:lnTo>
                  <a:pt x="273401" y="117465"/>
                </a:lnTo>
                <a:lnTo>
                  <a:pt x="236148" y="117886"/>
                </a:lnTo>
                <a:cubicBezTo>
                  <a:pt x="216574" y="118097"/>
                  <a:pt x="96816" y="118307"/>
                  <a:pt x="5051" y="118728"/>
                </a:cubicBezTo>
                <a:cubicBezTo>
                  <a:pt x="3368" y="123148"/>
                  <a:pt x="1684" y="127568"/>
                  <a:pt x="0" y="132198"/>
                </a:cubicBezTo>
                <a:cubicBezTo>
                  <a:pt x="105235" y="131777"/>
                  <a:pt x="246461" y="131356"/>
                  <a:pt x="279084" y="130935"/>
                </a:cubicBezTo>
                <a:lnTo>
                  <a:pt x="280136" y="130935"/>
                </a:lnTo>
                <a:cubicBezTo>
                  <a:pt x="280136" y="130935"/>
                  <a:pt x="280557" y="131777"/>
                  <a:pt x="280557" y="131777"/>
                </a:cubicBezTo>
                <a:cubicBezTo>
                  <a:pt x="319073" y="191972"/>
                  <a:pt x="381162" y="233224"/>
                  <a:pt x="451248" y="244589"/>
                </a:cubicBezTo>
                <a:cubicBezTo>
                  <a:pt x="451669" y="244589"/>
                  <a:pt x="452090" y="244589"/>
                  <a:pt x="452722" y="244589"/>
                </a:cubicBezTo>
                <a:cubicBezTo>
                  <a:pt x="455247" y="244589"/>
                  <a:pt x="457352" y="243326"/>
                  <a:pt x="458615" y="241432"/>
                </a:cubicBezTo>
                <a:cubicBezTo>
                  <a:pt x="459878" y="239327"/>
                  <a:pt x="459878" y="237012"/>
                  <a:pt x="458615" y="234697"/>
                </a:cubicBezTo>
                <a:cubicBezTo>
                  <a:pt x="430833" y="179343"/>
                  <a:pt x="381162" y="149036"/>
                  <a:pt x="344329" y="133461"/>
                </a:cubicBezTo>
                <a:lnTo>
                  <a:pt x="336963" y="130304"/>
                </a:lnTo>
                <a:lnTo>
                  <a:pt x="345171" y="130304"/>
                </a:lnTo>
                <a:cubicBezTo>
                  <a:pt x="345171" y="130304"/>
                  <a:pt x="398841" y="129462"/>
                  <a:pt x="419046" y="129252"/>
                </a:cubicBezTo>
                <a:lnTo>
                  <a:pt x="432095" y="129252"/>
                </a:lnTo>
                <a:cubicBezTo>
                  <a:pt x="432095" y="129252"/>
                  <a:pt x="432516" y="130304"/>
                  <a:pt x="432516" y="130304"/>
                </a:cubicBezTo>
                <a:cubicBezTo>
                  <a:pt x="440304" y="162085"/>
                  <a:pt x="465350" y="189235"/>
                  <a:pt x="507444" y="211545"/>
                </a:cubicBezTo>
                <a:cubicBezTo>
                  <a:pt x="552274" y="235328"/>
                  <a:pt x="603629" y="248378"/>
                  <a:pt x="655825" y="249219"/>
                </a:cubicBezTo>
                <a:cubicBezTo>
                  <a:pt x="658141" y="249219"/>
                  <a:pt x="660666" y="247536"/>
                  <a:pt x="661719" y="245221"/>
                </a:cubicBezTo>
                <a:cubicBezTo>
                  <a:pt x="662771" y="243116"/>
                  <a:pt x="662560" y="240801"/>
                  <a:pt x="661298" y="238906"/>
                </a:cubicBezTo>
                <a:cubicBezTo>
                  <a:pt x="623413" y="189656"/>
                  <a:pt x="572690" y="152403"/>
                  <a:pt x="514179" y="131146"/>
                </a:cubicBezTo>
                <a:lnTo>
                  <a:pt x="505339" y="127989"/>
                </a:lnTo>
                <a:lnTo>
                  <a:pt x="514600" y="127989"/>
                </a:lnTo>
                <a:cubicBezTo>
                  <a:pt x="514600" y="127989"/>
                  <a:pt x="572900" y="126936"/>
                  <a:pt x="594999" y="126726"/>
                </a:cubicBezTo>
                <a:lnTo>
                  <a:pt x="596052" y="126726"/>
                </a:lnTo>
                <a:cubicBezTo>
                  <a:pt x="596052" y="126726"/>
                  <a:pt x="596473" y="127568"/>
                  <a:pt x="596473" y="127568"/>
                </a:cubicBezTo>
                <a:cubicBezTo>
                  <a:pt x="596894" y="128410"/>
                  <a:pt x="597736" y="129041"/>
                  <a:pt x="598367" y="129672"/>
                </a:cubicBezTo>
                <a:cubicBezTo>
                  <a:pt x="629517" y="150719"/>
                  <a:pt x="669506" y="161243"/>
                  <a:pt x="720650" y="161664"/>
                </a:cubicBezTo>
                <a:cubicBezTo>
                  <a:pt x="725070" y="161664"/>
                  <a:pt x="729700" y="161664"/>
                  <a:pt x="734120" y="161664"/>
                </a:cubicBezTo>
                <a:cubicBezTo>
                  <a:pt x="768637" y="161243"/>
                  <a:pt x="812836" y="158086"/>
                  <a:pt x="847564" y="135776"/>
                </a:cubicBezTo>
                <a:cubicBezTo>
                  <a:pt x="849668" y="134513"/>
                  <a:pt x="850931" y="131777"/>
                  <a:pt x="850721" y="129252"/>
                </a:cubicBezTo>
                <a:cubicBezTo>
                  <a:pt x="850721" y="126936"/>
                  <a:pt x="849248" y="125042"/>
                  <a:pt x="847353" y="123990"/>
                </a:cubicBezTo>
                <a:close/>
                <a:moveTo>
                  <a:pt x="295921" y="107363"/>
                </a:moveTo>
                <a:cubicBezTo>
                  <a:pt x="328544" y="60428"/>
                  <a:pt x="379478" y="28647"/>
                  <a:pt x="435463" y="19807"/>
                </a:cubicBezTo>
                <a:lnTo>
                  <a:pt x="438830" y="19386"/>
                </a:lnTo>
                <a:lnTo>
                  <a:pt x="437147" y="22333"/>
                </a:lnTo>
                <a:cubicBezTo>
                  <a:pt x="409996" y="73687"/>
                  <a:pt x="351485" y="95576"/>
                  <a:pt x="297605" y="110099"/>
                </a:cubicBezTo>
                <a:lnTo>
                  <a:pt x="292975" y="111362"/>
                </a:lnTo>
                <a:lnTo>
                  <a:pt x="295711" y="107573"/>
                </a:lnTo>
                <a:close/>
                <a:moveTo>
                  <a:pt x="437357" y="225226"/>
                </a:moveTo>
                <a:lnTo>
                  <a:pt x="439672" y="228804"/>
                </a:lnTo>
                <a:lnTo>
                  <a:pt x="435463" y="227752"/>
                </a:lnTo>
                <a:cubicBezTo>
                  <a:pt x="380530" y="214071"/>
                  <a:pt x="332122" y="181238"/>
                  <a:pt x="299078" y="135355"/>
                </a:cubicBezTo>
                <a:lnTo>
                  <a:pt x="296342" y="131356"/>
                </a:lnTo>
                <a:lnTo>
                  <a:pt x="300972" y="132619"/>
                </a:lnTo>
                <a:cubicBezTo>
                  <a:pt x="361167" y="149036"/>
                  <a:pt x="409575" y="181869"/>
                  <a:pt x="437357" y="225015"/>
                </a:cubicBezTo>
                <a:close/>
                <a:moveTo>
                  <a:pt x="449144" y="109467"/>
                </a:moveTo>
                <a:cubicBezTo>
                  <a:pt x="482608" y="57902"/>
                  <a:pt x="538804" y="22543"/>
                  <a:pt x="599419" y="14966"/>
                </a:cubicBezTo>
                <a:lnTo>
                  <a:pt x="602366" y="14545"/>
                </a:lnTo>
                <a:lnTo>
                  <a:pt x="601103" y="17281"/>
                </a:lnTo>
                <a:cubicBezTo>
                  <a:pt x="587633" y="47379"/>
                  <a:pt x="550169" y="99996"/>
                  <a:pt x="450617" y="111993"/>
                </a:cubicBezTo>
                <a:lnTo>
                  <a:pt x="447039" y="112414"/>
                </a:lnTo>
                <a:lnTo>
                  <a:pt x="448933" y="109257"/>
                </a:lnTo>
                <a:close/>
                <a:moveTo>
                  <a:pt x="638146" y="231961"/>
                </a:moveTo>
                <a:lnTo>
                  <a:pt x="640882" y="235118"/>
                </a:lnTo>
                <a:lnTo>
                  <a:pt x="636673" y="235118"/>
                </a:lnTo>
                <a:cubicBezTo>
                  <a:pt x="595631" y="231750"/>
                  <a:pt x="556694" y="221227"/>
                  <a:pt x="520914" y="203337"/>
                </a:cubicBezTo>
                <a:cubicBezTo>
                  <a:pt x="478820" y="182500"/>
                  <a:pt x="454405" y="158717"/>
                  <a:pt x="446197" y="130935"/>
                </a:cubicBezTo>
                <a:lnTo>
                  <a:pt x="445566" y="128831"/>
                </a:lnTo>
                <a:lnTo>
                  <a:pt x="451669" y="128831"/>
                </a:lnTo>
                <a:cubicBezTo>
                  <a:pt x="523019" y="139986"/>
                  <a:pt x="590790" y="177660"/>
                  <a:pt x="638146" y="231961"/>
                </a:cubicBezTo>
                <a:close/>
                <a:moveTo>
                  <a:pt x="825885" y="131988"/>
                </a:moveTo>
                <a:cubicBezTo>
                  <a:pt x="796419" y="145458"/>
                  <a:pt x="763165" y="147562"/>
                  <a:pt x="734541" y="147983"/>
                </a:cubicBezTo>
                <a:cubicBezTo>
                  <a:pt x="732226" y="147983"/>
                  <a:pt x="729911" y="147983"/>
                  <a:pt x="727806" y="147983"/>
                </a:cubicBezTo>
                <a:cubicBezTo>
                  <a:pt x="725491" y="147983"/>
                  <a:pt x="722965" y="147983"/>
                  <a:pt x="720650" y="147983"/>
                </a:cubicBezTo>
                <a:cubicBezTo>
                  <a:pt x="678135" y="147562"/>
                  <a:pt x="644039" y="139986"/>
                  <a:pt x="616467" y="124832"/>
                </a:cubicBezTo>
                <a:lnTo>
                  <a:pt x="614784" y="123779"/>
                </a:lnTo>
                <a:lnTo>
                  <a:pt x="616046" y="122306"/>
                </a:lnTo>
                <a:cubicBezTo>
                  <a:pt x="628043" y="106731"/>
                  <a:pt x="648880" y="98944"/>
                  <a:pt x="679608" y="98523"/>
                </a:cubicBezTo>
                <a:cubicBezTo>
                  <a:pt x="692237" y="98523"/>
                  <a:pt x="704654" y="99575"/>
                  <a:pt x="716020" y="100628"/>
                </a:cubicBezTo>
                <a:cubicBezTo>
                  <a:pt x="753273" y="104206"/>
                  <a:pt x="790316" y="113887"/>
                  <a:pt x="825885" y="129041"/>
                </a:cubicBezTo>
                <a:lnTo>
                  <a:pt x="829463" y="130514"/>
                </a:lnTo>
                <a:lnTo>
                  <a:pt x="825885" y="132198"/>
                </a:lnTo>
                <a:close/>
              </a:path>
            </a:pathLst>
          </a:custGeom>
          <a:solidFill>
            <a:schemeClr val="accent6">
              <a:lumMod val="50000"/>
            </a:schemeClr>
          </a:solidFill>
          <a:ln w="20955" cap="flat">
            <a:noFill/>
            <a:prstDash val="solid"/>
            <a:miter/>
          </a:ln>
        </p:spPr>
        <p:txBody>
          <a:bodyPr rtlCol="0" anchor="ctr"/>
          <a:lstStyle/>
          <a:p>
            <a:pPr marL="0" marR="0" lvl="0" indent="0" algn="l" defTabSz="1219140" rtl="0" eaLnBrk="0" fontAlgn="base" latinLnBrk="0" hangingPunct="0">
              <a:lnSpc>
                <a:spcPct val="100000"/>
              </a:lnSpc>
              <a:spcBef>
                <a:spcPct val="0"/>
              </a:spcBef>
              <a:spcAft>
                <a:spcPct val="0"/>
              </a:spcAft>
              <a:buClrTx/>
              <a:buSzTx/>
              <a:buFontTx/>
              <a:buNone/>
              <a:tabLst/>
              <a:defRPr/>
            </a:pPr>
            <a:endParaRPr kumimoji="1" lang="ko-KR" altLang="en-US" sz="2400" b="0" i="0" u="none" strike="noStrike" kern="1200" cap="none" spc="0" normalizeH="0" baseline="0" noProof="0">
              <a:ln>
                <a:noFill/>
              </a:ln>
              <a:solidFill>
                <a:prstClr val="black"/>
              </a:solidFill>
              <a:effectLst/>
              <a:uLnTx/>
              <a:uFillTx/>
              <a:latin typeface="굴림" panose="020B0600000101010101" pitchFamily="34" charset="-127"/>
              <a:ea typeface="굴림" panose="020B0600000101010101" pitchFamily="34" charset="-127"/>
              <a:cs typeface="+mn-cs"/>
            </a:endParaRPr>
          </a:p>
        </p:txBody>
      </p:sp>
      <p:sp>
        <p:nvSpPr>
          <p:cNvPr id="6" name="TextBox 5">
            <a:extLst>
              <a:ext uri="{FF2B5EF4-FFF2-40B4-BE49-F238E27FC236}">
                <a16:creationId xmlns:a16="http://schemas.microsoft.com/office/drawing/2014/main" id="{3F0B8729-3DE5-F574-A00E-A2D375E3F9CD}"/>
              </a:ext>
            </a:extLst>
          </p:cNvPr>
          <p:cNvSpPr txBox="1"/>
          <p:nvPr/>
        </p:nvSpPr>
        <p:spPr>
          <a:xfrm>
            <a:off x="541691" y="2565221"/>
            <a:ext cx="3867332" cy="523220"/>
          </a:xfrm>
          <a:prstGeom prst="rect">
            <a:avLst/>
          </a:prstGeom>
          <a:noFill/>
        </p:spPr>
        <p:txBody>
          <a:bodyPr wrap="square" rtlCol="0">
            <a:spAutoFit/>
          </a:bodyPr>
          <a:lstStyle/>
          <a:p>
            <a:pPr marL="0" marR="0" lvl="0" indent="0" algn="l" defTabSz="1219140" rtl="0" eaLnBrk="0" fontAlgn="base" latinLnBrk="0" hangingPunct="0">
              <a:lnSpc>
                <a:spcPct val="100000"/>
              </a:lnSpc>
              <a:spcBef>
                <a:spcPct val="0"/>
              </a:spcBef>
              <a:spcAft>
                <a:spcPct val="0"/>
              </a:spcAft>
              <a:buClrTx/>
              <a:buSzTx/>
              <a:buFontTx/>
              <a:buNone/>
              <a:tabLst/>
              <a:defRPr sz="2800">
                <a:solidFill>
                  <a:srgbClr val="8FA79F"/>
                </a:solidFill>
                <a:latin typeface="나눔스퀘어 네오 ExtraBold"/>
              </a:defRPr>
            </a:pPr>
            <a:r>
              <a:t>Gen 1:1</a:t>
            </a:r>
            <a:endParaRPr kumimoji="1" lang="en-US" altLang="ko-KR" sz="2800" b="1" i="0" u="none" strike="noStrike" kern="1200" cap="none" spc="0" normalizeH="0" baseline="0" noProof="0" dirty="0">
              <a:ln>
                <a:noFill/>
              </a:ln>
              <a:solidFill>
                <a:srgbClr val="8FA79F"/>
              </a:solidFill>
              <a:effectLst/>
              <a:uLnTx/>
              <a:uFillTx/>
              <a:latin typeface="나눔스퀘어 네오 ExtraBold" panose="00000900000000000000" pitchFamily="2" charset="-127"/>
              <a:ea typeface="나눔스퀘어 네오 ExtraBold" panose="00000900000000000000" pitchFamily="2" charset="-127"/>
              <a:cs typeface="+mn-cs"/>
            </a:endParaRPr>
          </a:p>
          <a:p>
            <a:pPr>
              <a:defRPr sz="2800">
                <a:solidFill>
                  <a:srgbClr val="8FA79F"/>
                </a:solidFill>
                <a:latin typeface="나눔스퀘어 네오 ExtraBold"/>
              </a:defRPr>
            </a:pPr>
          </a:p>
        </p:txBody>
      </p:sp>
      <p:sp>
        <p:nvSpPr>
          <p:cNvPr id="5" name="TextBox 4">
            <a:extLst>
              <a:ext uri="{FF2B5EF4-FFF2-40B4-BE49-F238E27FC236}">
                <a16:creationId xmlns:a16="http://schemas.microsoft.com/office/drawing/2014/main" id="{66F56BDC-842A-F82D-62A9-29DCB99DBEEB}"/>
              </a:ext>
            </a:extLst>
          </p:cNvPr>
          <p:cNvSpPr txBox="1"/>
          <p:nvPr/>
        </p:nvSpPr>
        <p:spPr>
          <a:xfrm>
            <a:off x="4606904" y="414536"/>
            <a:ext cx="7246825" cy="369332"/>
          </a:xfrm>
          <a:prstGeom prst="rect">
            <a:avLst/>
          </a:prstGeom>
          <a:noFill/>
        </p:spPr>
        <p:txBody>
          <a:bodyPr wrap="square" rtlCol="0">
            <a:spAutoFit/>
          </a:bodyPr>
          <a:lstStyle/>
          <a:p>
            <a:r>
              <a:rPr sz="2800">
                <a:solidFill>
                  <a:srgbClr val="1F3337"/>
                </a:solidFill>
                <a:latin typeface="나눔스퀘어 네오 Bold"/>
              </a:rPr>
              <a:t>¹ 태초에 하나님이 천지를 창조하시니라</a:t>
            </a:r>
          </a:p>
        </p:txBody>
      </p:sp>
      <p:sp>
        <p:nvSpPr>
          <p:cNvPr id="3" name="TextBox 2">
            <a:extLst>
              <a:ext uri="{FF2B5EF4-FFF2-40B4-BE49-F238E27FC236}">
                <a16:creationId xmlns:a16="http://schemas.microsoft.com/office/drawing/2014/main" id="{9992D8C0-60E8-B6D2-A388-9B378A00EBBC}"/>
              </a:ext>
            </a:extLst>
          </p:cNvPr>
          <p:cNvSpPr txBox="1"/>
          <p:nvPr/>
        </p:nvSpPr>
        <p:spPr>
          <a:xfrm>
            <a:off x="4606908" y="3992331"/>
            <a:ext cx="7246821" cy="369332"/>
          </a:xfrm>
          <a:prstGeom prst="rect">
            <a:avLst/>
          </a:prstGeom>
          <a:noFill/>
        </p:spPr>
        <p:txBody>
          <a:bodyPr wrap="square" rtlCol="0">
            <a:spAutoFit/>
          </a:bodyPr>
          <a:lstStyle/>
          <a:p>
            <a:pPr latinLnBrk="0">
              <a:defRPr sz="2000">
                <a:solidFill>
                  <a:srgbClr val="4F655E"/>
                </a:solidFill>
                <a:latin typeface="Segoe UI Variable Text Semibold"/>
              </a:defRPr>
            </a:pPr>
            <a:r>
              <a:t>¹ In the beginning, God created the heavens and the earth.</a:t>
            </a:r>
            <a:endParaRPr lang="ko-KR" altLang="en-US" dirty="0"/>
          </a:p>
        </p:txBody>
      </p:sp>
    </p:spTree>
    <p:extLst>
      <p:ext uri="{BB962C8B-B14F-4D97-AF65-F5344CB8AC3E}">
        <p14:creationId xmlns:p14="http://schemas.microsoft.com/office/powerpoint/2010/main" val="2381306744"/>
      </p:ext>
    </p:extLst>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3" name="직사각형 22">
            <a:extLst>
              <a:ext uri="{FF2B5EF4-FFF2-40B4-BE49-F238E27FC236}">
                <a16:creationId xmlns:a16="http://schemas.microsoft.com/office/drawing/2014/main" id="{19169C31-E35E-B58F-A814-E65D8A184638}"/>
              </a:ext>
            </a:extLst>
          </p:cNvPr>
          <p:cNvSpPr/>
          <p:nvPr/>
        </p:nvSpPr>
        <p:spPr>
          <a:xfrm>
            <a:off x="-7468" y="0"/>
            <a:ext cx="4212175" cy="6858000"/>
          </a:xfrm>
          <a:prstGeom prst="rect">
            <a:avLst/>
          </a:prstGeom>
          <a:solidFill>
            <a:schemeClr val="accent6">
              <a:lumMod val="20000"/>
              <a:lumOff val="8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1219140" rtl="0" eaLnBrk="0" fontAlgn="base" latinLnBrk="0" hangingPunct="0">
              <a:lnSpc>
                <a:spcPct val="100000"/>
              </a:lnSpc>
              <a:spcBef>
                <a:spcPct val="0"/>
              </a:spcBef>
              <a:spcAft>
                <a:spcPct val="0"/>
              </a:spcAft>
              <a:buClrTx/>
              <a:buSzTx/>
              <a:buFontTx/>
              <a:buNone/>
              <a:tabLst/>
              <a:defRPr/>
            </a:pPr>
            <a:endParaRPr kumimoji="1" lang="ko-KR" altLang="en-US" sz="2400" b="0" i="0" u="none" strike="noStrike" kern="1200" cap="none" spc="0" normalizeH="0" baseline="0" noProof="0" dirty="0">
              <a:ln>
                <a:noFill/>
              </a:ln>
              <a:solidFill>
                <a:prstClr val="white"/>
              </a:solidFill>
              <a:effectLst/>
              <a:uLnTx/>
              <a:uFillTx/>
              <a:latin typeface="맑은 고딕" panose="020F0502020204030204"/>
              <a:ea typeface="맑은 고딕" panose="020B0503020000020004" pitchFamily="50" charset="-127"/>
              <a:cs typeface="+mn-cs"/>
            </a:endParaRPr>
          </a:p>
        </p:txBody>
      </p:sp>
      <p:sp>
        <p:nvSpPr>
          <p:cNvPr id="10" name="TextBox 9">
            <a:extLst>
              <a:ext uri="{FF2B5EF4-FFF2-40B4-BE49-F238E27FC236}">
                <a16:creationId xmlns:a16="http://schemas.microsoft.com/office/drawing/2014/main" id="{F1C51526-9E46-003D-540D-3596EB5F6E8E}"/>
              </a:ext>
            </a:extLst>
          </p:cNvPr>
          <p:cNvSpPr txBox="1"/>
          <p:nvPr/>
        </p:nvSpPr>
        <p:spPr>
          <a:xfrm>
            <a:off x="541691" y="568591"/>
            <a:ext cx="3867332" cy="666786"/>
          </a:xfrm>
          <a:prstGeom prst="rect">
            <a:avLst/>
          </a:prstGeom>
          <a:noFill/>
        </p:spPr>
        <p:txBody>
          <a:bodyPr wrap="square" rtlCol="0">
            <a:spAutoFit/>
          </a:bodyPr>
          <a:lstStyle/>
          <a:p>
            <a:pPr marL="0" marR="0" lvl="0" indent="0" algn="l" defTabSz="1219140" rtl="0" eaLnBrk="0" fontAlgn="base" latinLnBrk="0" hangingPunct="0">
              <a:lnSpc>
                <a:spcPct val="100000"/>
              </a:lnSpc>
              <a:spcBef>
                <a:spcPct val="0"/>
              </a:spcBef>
              <a:spcAft>
                <a:spcPct val="0"/>
              </a:spcAft>
              <a:buClrTx/>
              <a:buSzTx/>
              <a:buFontTx/>
              <a:buNone/>
              <a:tabLst/>
              <a:defRPr/>
            </a:pPr>
            <a:r>
              <a:rPr sz="3729">
                <a:solidFill>
                  <a:srgbClr val="1F3337"/>
                </a:solidFill>
                <a:latin typeface="나눔스퀘어 네오 ExtraBold"/>
              </a:rPr>
              <a:t>고린도전서</a:t>
            </a:r>
            <a:endParaRPr kumimoji="1" lang="en-US" altLang="ko-KR" sz="3733" b="1" i="0" u="none" strike="noStrike" kern="1200" cap="none" spc="0" normalizeH="0" baseline="0" noProof="0" dirty="0">
              <a:ln>
                <a:noFill/>
              </a:ln>
              <a:solidFill>
                <a:srgbClr val="213337"/>
              </a:solidFill>
              <a:effectLst/>
              <a:uLnTx/>
              <a:uFillTx/>
              <a:latin typeface="나눔스퀘어 네오 ExtraBold" panose="00000900000000000000" pitchFamily="2" charset="-127"/>
              <a:ea typeface="나눔스퀘어 네오 ExtraBold" panose="00000900000000000000" pitchFamily="2" charset="-127"/>
              <a:cs typeface="+mn-cs"/>
            </a:endParaRPr>
          </a:p>
          <a:p>
            <a:r>
              <a:rPr sz="3729">
                <a:solidFill>
                  <a:srgbClr val="1F3337"/>
                </a:solidFill>
                <a:latin typeface="나눔스퀘어 네오 ExtraBold"/>
              </a:rPr>
              <a:t>1:1-2</a:t>
            </a:r>
          </a:p>
        </p:txBody>
      </p:sp>
      <p:cxnSp>
        <p:nvCxnSpPr>
          <p:cNvPr id="14" name="직선 연결선 13">
            <a:extLst>
              <a:ext uri="{FF2B5EF4-FFF2-40B4-BE49-F238E27FC236}">
                <a16:creationId xmlns:a16="http://schemas.microsoft.com/office/drawing/2014/main" id="{DF27D16E-3EE5-D795-3F3F-D360817DC3AA}"/>
              </a:ext>
            </a:extLst>
          </p:cNvPr>
          <p:cNvCxnSpPr>
            <a:cxnSpLocks/>
          </p:cNvCxnSpPr>
          <p:nvPr/>
        </p:nvCxnSpPr>
        <p:spPr>
          <a:xfrm>
            <a:off x="4212177" y="241302"/>
            <a:ext cx="0" cy="6379633"/>
          </a:xfrm>
          <a:prstGeom prst="line">
            <a:avLst/>
          </a:prstGeom>
          <a:ln w="19050">
            <a:solidFill>
              <a:srgbClr val="213337"/>
            </a:solidFill>
          </a:ln>
        </p:spPr>
        <p:style>
          <a:lnRef idx="1">
            <a:schemeClr val="accent2"/>
          </a:lnRef>
          <a:fillRef idx="0">
            <a:schemeClr val="accent2"/>
          </a:fillRef>
          <a:effectRef idx="0">
            <a:schemeClr val="accent2"/>
          </a:effectRef>
          <a:fontRef idx="minor">
            <a:schemeClr val="tx1"/>
          </a:fontRef>
        </p:style>
      </p:cxnSp>
      <p:sp>
        <p:nvSpPr>
          <p:cNvPr id="15" name="타원 14">
            <a:extLst>
              <a:ext uri="{FF2B5EF4-FFF2-40B4-BE49-F238E27FC236}">
                <a16:creationId xmlns:a16="http://schemas.microsoft.com/office/drawing/2014/main" id="{07FD1CA4-A20B-11FC-E23C-FC5F3F624592}"/>
              </a:ext>
            </a:extLst>
          </p:cNvPr>
          <p:cNvSpPr/>
          <p:nvPr/>
        </p:nvSpPr>
        <p:spPr>
          <a:xfrm>
            <a:off x="4095764" y="578135"/>
            <a:ext cx="228595" cy="228595"/>
          </a:xfrm>
          <a:prstGeom prst="ellipse">
            <a:avLst/>
          </a:prstGeom>
          <a:solidFill>
            <a:srgbClr val="21333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1219140" rtl="0" eaLnBrk="0" fontAlgn="base" latinLnBrk="0" hangingPunct="0">
              <a:lnSpc>
                <a:spcPct val="100000"/>
              </a:lnSpc>
              <a:spcBef>
                <a:spcPct val="0"/>
              </a:spcBef>
              <a:spcAft>
                <a:spcPct val="0"/>
              </a:spcAft>
              <a:buClrTx/>
              <a:buSzTx/>
              <a:buFontTx/>
              <a:buNone/>
              <a:tabLst/>
              <a:defRPr/>
            </a:pPr>
            <a:endParaRPr kumimoji="1" lang="ko-KR" altLang="en-US" sz="2400" b="0" i="0" u="none" strike="noStrike" kern="1200" cap="none" spc="0" normalizeH="0" baseline="0" noProof="0">
              <a:ln>
                <a:noFill/>
              </a:ln>
              <a:solidFill>
                <a:prstClr val="white"/>
              </a:solidFill>
              <a:effectLst/>
              <a:uLnTx/>
              <a:uFillTx/>
              <a:latin typeface="맑은 고딕" panose="020F0502020204030204"/>
              <a:ea typeface="맑은 고딕" panose="020B0503020000020004" pitchFamily="50" charset="-127"/>
              <a:cs typeface="+mn-cs"/>
            </a:endParaRPr>
          </a:p>
        </p:txBody>
      </p:sp>
      <p:sp>
        <p:nvSpPr>
          <p:cNvPr id="22" name="그래픽 20">
            <a:extLst>
              <a:ext uri="{FF2B5EF4-FFF2-40B4-BE49-F238E27FC236}">
                <a16:creationId xmlns:a16="http://schemas.microsoft.com/office/drawing/2014/main" id="{59909059-D14E-9A87-C3A1-5A731C56D049}"/>
              </a:ext>
            </a:extLst>
          </p:cNvPr>
          <p:cNvSpPr/>
          <p:nvPr/>
        </p:nvSpPr>
        <p:spPr>
          <a:xfrm rot="10953421">
            <a:off x="722713" y="1970970"/>
            <a:ext cx="1134324" cy="332292"/>
          </a:xfrm>
          <a:custGeom>
            <a:avLst/>
            <a:gdLst>
              <a:gd name="connsiteX0" fmla="*/ 847353 w 850743"/>
              <a:gd name="connsiteY0" fmla="*/ 123779 h 249219"/>
              <a:gd name="connsiteX1" fmla="*/ 707811 w 850743"/>
              <a:gd name="connsiteY1" fmla="*/ 86105 h 249219"/>
              <a:gd name="connsiteX2" fmla="*/ 680661 w 850743"/>
              <a:gd name="connsiteY2" fmla="*/ 85053 h 249219"/>
              <a:gd name="connsiteX3" fmla="*/ 606575 w 850743"/>
              <a:gd name="connsiteY3" fmla="*/ 112203 h 249219"/>
              <a:gd name="connsiteX4" fmla="*/ 606154 w 850743"/>
              <a:gd name="connsiteY4" fmla="*/ 112835 h 249219"/>
              <a:gd name="connsiteX5" fmla="*/ 605312 w 850743"/>
              <a:gd name="connsiteY5" fmla="*/ 112835 h 249219"/>
              <a:gd name="connsiteX6" fmla="*/ 513547 w 850743"/>
              <a:gd name="connsiteY6" fmla="*/ 114098 h 249219"/>
              <a:gd name="connsiteX7" fmla="*/ 503655 w 850743"/>
              <a:gd name="connsiteY7" fmla="*/ 114098 h 249219"/>
              <a:gd name="connsiteX8" fmla="*/ 512916 w 850743"/>
              <a:gd name="connsiteY8" fmla="*/ 110730 h 249219"/>
              <a:gd name="connsiteX9" fmla="*/ 619204 w 850743"/>
              <a:gd name="connsiteY9" fmla="*/ 8442 h 249219"/>
              <a:gd name="connsiteX10" fmla="*/ 618151 w 850743"/>
              <a:gd name="connsiteY10" fmla="*/ 2759 h 249219"/>
              <a:gd name="connsiteX11" fmla="*/ 612889 w 850743"/>
              <a:gd name="connsiteY11" fmla="*/ 23 h 249219"/>
              <a:gd name="connsiteX12" fmla="*/ 612468 w 850743"/>
              <a:gd name="connsiteY12" fmla="*/ 23 h 249219"/>
              <a:gd name="connsiteX13" fmla="*/ 430412 w 850743"/>
              <a:gd name="connsiteY13" fmla="*/ 114519 h 249219"/>
              <a:gd name="connsiteX14" fmla="*/ 429991 w 850743"/>
              <a:gd name="connsiteY14" fmla="*/ 115361 h 249219"/>
              <a:gd name="connsiteX15" fmla="*/ 428938 w 850743"/>
              <a:gd name="connsiteY15" fmla="*/ 115361 h 249219"/>
              <a:gd name="connsiteX16" fmla="*/ 334016 w 850743"/>
              <a:gd name="connsiteY16" fmla="*/ 116623 h 249219"/>
              <a:gd name="connsiteX17" fmla="*/ 323072 w 850743"/>
              <a:gd name="connsiteY17" fmla="*/ 116623 h 249219"/>
              <a:gd name="connsiteX18" fmla="*/ 333385 w 850743"/>
              <a:gd name="connsiteY18" fmla="*/ 113256 h 249219"/>
              <a:gd name="connsiteX19" fmla="*/ 456300 w 850743"/>
              <a:gd name="connsiteY19" fmla="*/ 13072 h 249219"/>
              <a:gd name="connsiteX20" fmla="*/ 455458 w 850743"/>
              <a:gd name="connsiteY20" fmla="*/ 7600 h 249219"/>
              <a:gd name="connsiteX21" fmla="*/ 449985 w 850743"/>
              <a:gd name="connsiteY21" fmla="*/ 4443 h 249219"/>
              <a:gd name="connsiteX22" fmla="*/ 449564 w 850743"/>
              <a:gd name="connsiteY22" fmla="*/ 4443 h 249219"/>
              <a:gd name="connsiteX23" fmla="*/ 276768 w 850743"/>
              <a:gd name="connsiteY23" fmla="*/ 112203 h 249219"/>
              <a:gd name="connsiteX24" fmla="*/ 276347 w 850743"/>
              <a:gd name="connsiteY24" fmla="*/ 112835 h 249219"/>
              <a:gd name="connsiteX25" fmla="*/ 273822 w 850743"/>
              <a:gd name="connsiteY25" fmla="*/ 116202 h 249219"/>
              <a:gd name="connsiteX26" fmla="*/ 273401 w 850743"/>
              <a:gd name="connsiteY26" fmla="*/ 117465 h 249219"/>
              <a:gd name="connsiteX27" fmla="*/ 236148 w 850743"/>
              <a:gd name="connsiteY27" fmla="*/ 117886 h 249219"/>
              <a:gd name="connsiteX28" fmla="*/ 5051 w 850743"/>
              <a:gd name="connsiteY28" fmla="*/ 118728 h 249219"/>
              <a:gd name="connsiteX29" fmla="*/ 0 w 850743"/>
              <a:gd name="connsiteY29" fmla="*/ 132198 h 249219"/>
              <a:gd name="connsiteX30" fmla="*/ 279084 w 850743"/>
              <a:gd name="connsiteY30" fmla="*/ 130935 h 249219"/>
              <a:gd name="connsiteX31" fmla="*/ 280136 w 850743"/>
              <a:gd name="connsiteY31" fmla="*/ 130935 h 249219"/>
              <a:gd name="connsiteX32" fmla="*/ 280557 w 850743"/>
              <a:gd name="connsiteY32" fmla="*/ 131777 h 249219"/>
              <a:gd name="connsiteX33" fmla="*/ 451248 w 850743"/>
              <a:gd name="connsiteY33" fmla="*/ 244589 h 249219"/>
              <a:gd name="connsiteX34" fmla="*/ 452722 w 850743"/>
              <a:gd name="connsiteY34" fmla="*/ 244589 h 249219"/>
              <a:gd name="connsiteX35" fmla="*/ 458615 w 850743"/>
              <a:gd name="connsiteY35" fmla="*/ 241432 h 249219"/>
              <a:gd name="connsiteX36" fmla="*/ 458615 w 850743"/>
              <a:gd name="connsiteY36" fmla="*/ 234697 h 249219"/>
              <a:gd name="connsiteX37" fmla="*/ 344329 w 850743"/>
              <a:gd name="connsiteY37" fmla="*/ 133461 h 249219"/>
              <a:gd name="connsiteX38" fmla="*/ 336963 w 850743"/>
              <a:gd name="connsiteY38" fmla="*/ 130304 h 249219"/>
              <a:gd name="connsiteX39" fmla="*/ 345171 w 850743"/>
              <a:gd name="connsiteY39" fmla="*/ 130304 h 249219"/>
              <a:gd name="connsiteX40" fmla="*/ 419046 w 850743"/>
              <a:gd name="connsiteY40" fmla="*/ 129252 h 249219"/>
              <a:gd name="connsiteX41" fmla="*/ 432095 w 850743"/>
              <a:gd name="connsiteY41" fmla="*/ 129252 h 249219"/>
              <a:gd name="connsiteX42" fmla="*/ 432516 w 850743"/>
              <a:gd name="connsiteY42" fmla="*/ 130304 h 249219"/>
              <a:gd name="connsiteX43" fmla="*/ 507444 w 850743"/>
              <a:gd name="connsiteY43" fmla="*/ 211545 h 249219"/>
              <a:gd name="connsiteX44" fmla="*/ 655825 w 850743"/>
              <a:gd name="connsiteY44" fmla="*/ 249219 h 249219"/>
              <a:gd name="connsiteX45" fmla="*/ 661719 w 850743"/>
              <a:gd name="connsiteY45" fmla="*/ 245221 h 249219"/>
              <a:gd name="connsiteX46" fmla="*/ 661298 w 850743"/>
              <a:gd name="connsiteY46" fmla="*/ 238906 h 249219"/>
              <a:gd name="connsiteX47" fmla="*/ 514179 w 850743"/>
              <a:gd name="connsiteY47" fmla="*/ 131146 h 249219"/>
              <a:gd name="connsiteX48" fmla="*/ 505339 w 850743"/>
              <a:gd name="connsiteY48" fmla="*/ 127989 h 249219"/>
              <a:gd name="connsiteX49" fmla="*/ 514600 w 850743"/>
              <a:gd name="connsiteY49" fmla="*/ 127989 h 249219"/>
              <a:gd name="connsiteX50" fmla="*/ 594999 w 850743"/>
              <a:gd name="connsiteY50" fmla="*/ 126726 h 249219"/>
              <a:gd name="connsiteX51" fmla="*/ 596052 w 850743"/>
              <a:gd name="connsiteY51" fmla="*/ 126726 h 249219"/>
              <a:gd name="connsiteX52" fmla="*/ 596473 w 850743"/>
              <a:gd name="connsiteY52" fmla="*/ 127568 h 249219"/>
              <a:gd name="connsiteX53" fmla="*/ 598367 w 850743"/>
              <a:gd name="connsiteY53" fmla="*/ 129672 h 249219"/>
              <a:gd name="connsiteX54" fmla="*/ 720650 w 850743"/>
              <a:gd name="connsiteY54" fmla="*/ 161664 h 249219"/>
              <a:gd name="connsiteX55" fmla="*/ 734120 w 850743"/>
              <a:gd name="connsiteY55" fmla="*/ 161664 h 249219"/>
              <a:gd name="connsiteX56" fmla="*/ 847564 w 850743"/>
              <a:gd name="connsiteY56" fmla="*/ 135776 h 249219"/>
              <a:gd name="connsiteX57" fmla="*/ 850721 w 850743"/>
              <a:gd name="connsiteY57" fmla="*/ 129252 h 249219"/>
              <a:gd name="connsiteX58" fmla="*/ 847353 w 850743"/>
              <a:gd name="connsiteY58" fmla="*/ 123990 h 249219"/>
              <a:gd name="connsiteX59" fmla="*/ 295921 w 850743"/>
              <a:gd name="connsiteY59" fmla="*/ 107363 h 249219"/>
              <a:gd name="connsiteX60" fmla="*/ 435463 w 850743"/>
              <a:gd name="connsiteY60" fmla="*/ 19807 h 249219"/>
              <a:gd name="connsiteX61" fmla="*/ 438830 w 850743"/>
              <a:gd name="connsiteY61" fmla="*/ 19386 h 249219"/>
              <a:gd name="connsiteX62" fmla="*/ 437147 w 850743"/>
              <a:gd name="connsiteY62" fmla="*/ 22333 h 249219"/>
              <a:gd name="connsiteX63" fmla="*/ 297605 w 850743"/>
              <a:gd name="connsiteY63" fmla="*/ 110099 h 249219"/>
              <a:gd name="connsiteX64" fmla="*/ 292975 w 850743"/>
              <a:gd name="connsiteY64" fmla="*/ 111362 h 249219"/>
              <a:gd name="connsiteX65" fmla="*/ 295711 w 850743"/>
              <a:gd name="connsiteY65" fmla="*/ 107573 h 249219"/>
              <a:gd name="connsiteX66" fmla="*/ 437357 w 850743"/>
              <a:gd name="connsiteY66" fmla="*/ 225226 h 249219"/>
              <a:gd name="connsiteX67" fmla="*/ 439672 w 850743"/>
              <a:gd name="connsiteY67" fmla="*/ 228804 h 249219"/>
              <a:gd name="connsiteX68" fmla="*/ 435463 w 850743"/>
              <a:gd name="connsiteY68" fmla="*/ 227752 h 249219"/>
              <a:gd name="connsiteX69" fmla="*/ 299078 w 850743"/>
              <a:gd name="connsiteY69" fmla="*/ 135355 h 249219"/>
              <a:gd name="connsiteX70" fmla="*/ 296342 w 850743"/>
              <a:gd name="connsiteY70" fmla="*/ 131356 h 249219"/>
              <a:gd name="connsiteX71" fmla="*/ 300972 w 850743"/>
              <a:gd name="connsiteY71" fmla="*/ 132619 h 249219"/>
              <a:gd name="connsiteX72" fmla="*/ 437357 w 850743"/>
              <a:gd name="connsiteY72" fmla="*/ 225015 h 249219"/>
              <a:gd name="connsiteX73" fmla="*/ 449144 w 850743"/>
              <a:gd name="connsiteY73" fmla="*/ 109467 h 249219"/>
              <a:gd name="connsiteX74" fmla="*/ 599419 w 850743"/>
              <a:gd name="connsiteY74" fmla="*/ 14966 h 249219"/>
              <a:gd name="connsiteX75" fmla="*/ 602366 w 850743"/>
              <a:gd name="connsiteY75" fmla="*/ 14545 h 249219"/>
              <a:gd name="connsiteX76" fmla="*/ 601103 w 850743"/>
              <a:gd name="connsiteY76" fmla="*/ 17281 h 249219"/>
              <a:gd name="connsiteX77" fmla="*/ 450617 w 850743"/>
              <a:gd name="connsiteY77" fmla="*/ 111993 h 249219"/>
              <a:gd name="connsiteX78" fmla="*/ 447039 w 850743"/>
              <a:gd name="connsiteY78" fmla="*/ 112414 h 249219"/>
              <a:gd name="connsiteX79" fmla="*/ 448933 w 850743"/>
              <a:gd name="connsiteY79" fmla="*/ 109257 h 249219"/>
              <a:gd name="connsiteX80" fmla="*/ 638146 w 850743"/>
              <a:gd name="connsiteY80" fmla="*/ 231961 h 249219"/>
              <a:gd name="connsiteX81" fmla="*/ 640882 w 850743"/>
              <a:gd name="connsiteY81" fmla="*/ 235118 h 249219"/>
              <a:gd name="connsiteX82" fmla="*/ 636673 w 850743"/>
              <a:gd name="connsiteY82" fmla="*/ 235118 h 249219"/>
              <a:gd name="connsiteX83" fmla="*/ 520914 w 850743"/>
              <a:gd name="connsiteY83" fmla="*/ 203337 h 249219"/>
              <a:gd name="connsiteX84" fmla="*/ 446197 w 850743"/>
              <a:gd name="connsiteY84" fmla="*/ 130935 h 249219"/>
              <a:gd name="connsiteX85" fmla="*/ 445566 w 850743"/>
              <a:gd name="connsiteY85" fmla="*/ 128831 h 249219"/>
              <a:gd name="connsiteX86" fmla="*/ 451669 w 850743"/>
              <a:gd name="connsiteY86" fmla="*/ 128831 h 249219"/>
              <a:gd name="connsiteX87" fmla="*/ 638146 w 850743"/>
              <a:gd name="connsiteY87" fmla="*/ 231961 h 249219"/>
              <a:gd name="connsiteX88" fmla="*/ 825885 w 850743"/>
              <a:gd name="connsiteY88" fmla="*/ 131988 h 249219"/>
              <a:gd name="connsiteX89" fmla="*/ 734541 w 850743"/>
              <a:gd name="connsiteY89" fmla="*/ 147983 h 249219"/>
              <a:gd name="connsiteX90" fmla="*/ 727806 w 850743"/>
              <a:gd name="connsiteY90" fmla="*/ 147983 h 249219"/>
              <a:gd name="connsiteX91" fmla="*/ 720650 w 850743"/>
              <a:gd name="connsiteY91" fmla="*/ 147983 h 249219"/>
              <a:gd name="connsiteX92" fmla="*/ 616467 w 850743"/>
              <a:gd name="connsiteY92" fmla="*/ 124832 h 249219"/>
              <a:gd name="connsiteX93" fmla="*/ 614784 w 850743"/>
              <a:gd name="connsiteY93" fmla="*/ 123779 h 249219"/>
              <a:gd name="connsiteX94" fmla="*/ 616046 w 850743"/>
              <a:gd name="connsiteY94" fmla="*/ 122306 h 249219"/>
              <a:gd name="connsiteX95" fmla="*/ 679608 w 850743"/>
              <a:gd name="connsiteY95" fmla="*/ 98523 h 249219"/>
              <a:gd name="connsiteX96" fmla="*/ 716020 w 850743"/>
              <a:gd name="connsiteY96" fmla="*/ 100628 h 249219"/>
              <a:gd name="connsiteX97" fmla="*/ 825885 w 850743"/>
              <a:gd name="connsiteY97" fmla="*/ 129041 h 249219"/>
              <a:gd name="connsiteX98" fmla="*/ 829463 w 850743"/>
              <a:gd name="connsiteY98" fmla="*/ 130514 h 249219"/>
              <a:gd name="connsiteX99" fmla="*/ 825885 w 850743"/>
              <a:gd name="connsiteY99" fmla="*/ 132198 h 2492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Lst>
            <a:rect l="l" t="t" r="r" b="b"/>
            <a:pathLst>
              <a:path w="850743" h="249219">
                <a:moveTo>
                  <a:pt x="847353" y="123779"/>
                </a:moveTo>
                <a:cubicBezTo>
                  <a:pt x="802734" y="102522"/>
                  <a:pt x="755799" y="89894"/>
                  <a:pt x="707811" y="86105"/>
                </a:cubicBezTo>
                <a:cubicBezTo>
                  <a:pt x="697288" y="85263"/>
                  <a:pt x="688659" y="85053"/>
                  <a:pt x="680661" y="85053"/>
                </a:cubicBezTo>
                <a:cubicBezTo>
                  <a:pt x="645933" y="85474"/>
                  <a:pt x="621729" y="94314"/>
                  <a:pt x="606575" y="112203"/>
                </a:cubicBezTo>
                <a:lnTo>
                  <a:pt x="606154" y="112835"/>
                </a:lnTo>
                <a:lnTo>
                  <a:pt x="605312" y="112835"/>
                </a:lnTo>
                <a:cubicBezTo>
                  <a:pt x="574794" y="113256"/>
                  <a:pt x="544066" y="113677"/>
                  <a:pt x="513547" y="114098"/>
                </a:cubicBezTo>
                <a:lnTo>
                  <a:pt x="503655" y="114098"/>
                </a:lnTo>
                <a:cubicBezTo>
                  <a:pt x="503655" y="114098"/>
                  <a:pt x="512916" y="110730"/>
                  <a:pt x="512916" y="110730"/>
                </a:cubicBezTo>
                <a:cubicBezTo>
                  <a:pt x="566165" y="90946"/>
                  <a:pt x="604050" y="54745"/>
                  <a:pt x="619204" y="8442"/>
                </a:cubicBezTo>
                <a:cubicBezTo>
                  <a:pt x="619835" y="6548"/>
                  <a:pt x="619414" y="4443"/>
                  <a:pt x="618151" y="2759"/>
                </a:cubicBezTo>
                <a:cubicBezTo>
                  <a:pt x="616888" y="1075"/>
                  <a:pt x="614784" y="-188"/>
                  <a:pt x="612889" y="23"/>
                </a:cubicBezTo>
                <a:lnTo>
                  <a:pt x="612468" y="23"/>
                </a:lnTo>
                <a:cubicBezTo>
                  <a:pt x="536910" y="4653"/>
                  <a:pt x="467244" y="48431"/>
                  <a:pt x="430412" y="114519"/>
                </a:cubicBezTo>
                <a:lnTo>
                  <a:pt x="429991" y="115361"/>
                </a:lnTo>
                <a:lnTo>
                  <a:pt x="428938" y="115361"/>
                </a:lnTo>
                <a:cubicBezTo>
                  <a:pt x="397368" y="115781"/>
                  <a:pt x="365587" y="116202"/>
                  <a:pt x="334016" y="116623"/>
                </a:cubicBezTo>
                <a:lnTo>
                  <a:pt x="323072" y="116623"/>
                </a:lnTo>
                <a:cubicBezTo>
                  <a:pt x="323072" y="116623"/>
                  <a:pt x="333385" y="113256"/>
                  <a:pt x="333385" y="113256"/>
                </a:cubicBezTo>
                <a:cubicBezTo>
                  <a:pt x="374848" y="99365"/>
                  <a:pt x="432727" y="73687"/>
                  <a:pt x="456300" y="13072"/>
                </a:cubicBezTo>
                <a:cubicBezTo>
                  <a:pt x="456931" y="11388"/>
                  <a:pt x="456720" y="9284"/>
                  <a:pt x="455458" y="7600"/>
                </a:cubicBezTo>
                <a:cubicBezTo>
                  <a:pt x="454195" y="5706"/>
                  <a:pt x="452090" y="4443"/>
                  <a:pt x="449985" y="4443"/>
                </a:cubicBezTo>
                <a:lnTo>
                  <a:pt x="449564" y="4443"/>
                </a:lnTo>
                <a:cubicBezTo>
                  <a:pt x="378005" y="10336"/>
                  <a:pt x="313390" y="50746"/>
                  <a:pt x="276768" y="112203"/>
                </a:cubicBezTo>
                <a:lnTo>
                  <a:pt x="276347" y="112835"/>
                </a:lnTo>
                <a:cubicBezTo>
                  <a:pt x="275085" y="113677"/>
                  <a:pt x="274243" y="114940"/>
                  <a:pt x="273822" y="116202"/>
                </a:cubicBezTo>
                <a:lnTo>
                  <a:pt x="273401" y="117465"/>
                </a:lnTo>
                <a:lnTo>
                  <a:pt x="236148" y="117886"/>
                </a:lnTo>
                <a:cubicBezTo>
                  <a:pt x="216574" y="118097"/>
                  <a:pt x="96816" y="118307"/>
                  <a:pt x="5051" y="118728"/>
                </a:cubicBezTo>
                <a:cubicBezTo>
                  <a:pt x="3368" y="123148"/>
                  <a:pt x="1684" y="127568"/>
                  <a:pt x="0" y="132198"/>
                </a:cubicBezTo>
                <a:cubicBezTo>
                  <a:pt x="105235" y="131777"/>
                  <a:pt x="246461" y="131356"/>
                  <a:pt x="279084" y="130935"/>
                </a:cubicBezTo>
                <a:lnTo>
                  <a:pt x="280136" y="130935"/>
                </a:lnTo>
                <a:cubicBezTo>
                  <a:pt x="280136" y="130935"/>
                  <a:pt x="280557" y="131777"/>
                  <a:pt x="280557" y="131777"/>
                </a:cubicBezTo>
                <a:cubicBezTo>
                  <a:pt x="319073" y="191972"/>
                  <a:pt x="381162" y="233224"/>
                  <a:pt x="451248" y="244589"/>
                </a:cubicBezTo>
                <a:cubicBezTo>
                  <a:pt x="451669" y="244589"/>
                  <a:pt x="452090" y="244589"/>
                  <a:pt x="452722" y="244589"/>
                </a:cubicBezTo>
                <a:cubicBezTo>
                  <a:pt x="455247" y="244589"/>
                  <a:pt x="457352" y="243326"/>
                  <a:pt x="458615" y="241432"/>
                </a:cubicBezTo>
                <a:cubicBezTo>
                  <a:pt x="459878" y="239327"/>
                  <a:pt x="459878" y="237012"/>
                  <a:pt x="458615" y="234697"/>
                </a:cubicBezTo>
                <a:cubicBezTo>
                  <a:pt x="430833" y="179343"/>
                  <a:pt x="381162" y="149036"/>
                  <a:pt x="344329" y="133461"/>
                </a:cubicBezTo>
                <a:lnTo>
                  <a:pt x="336963" y="130304"/>
                </a:lnTo>
                <a:lnTo>
                  <a:pt x="345171" y="130304"/>
                </a:lnTo>
                <a:cubicBezTo>
                  <a:pt x="345171" y="130304"/>
                  <a:pt x="398841" y="129462"/>
                  <a:pt x="419046" y="129252"/>
                </a:cubicBezTo>
                <a:lnTo>
                  <a:pt x="432095" y="129252"/>
                </a:lnTo>
                <a:cubicBezTo>
                  <a:pt x="432095" y="129252"/>
                  <a:pt x="432516" y="130304"/>
                  <a:pt x="432516" y="130304"/>
                </a:cubicBezTo>
                <a:cubicBezTo>
                  <a:pt x="440304" y="162085"/>
                  <a:pt x="465350" y="189235"/>
                  <a:pt x="507444" y="211545"/>
                </a:cubicBezTo>
                <a:cubicBezTo>
                  <a:pt x="552274" y="235328"/>
                  <a:pt x="603629" y="248378"/>
                  <a:pt x="655825" y="249219"/>
                </a:cubicBezTo>
                <a:cubicBezTo>
                  <a:pt x="658141" y="249219"/>
                  <a:pt x="660666" y="247536"/>
                  <a:pt x="661719" y="245221"/>
                </a:cubicBezTo>
                <a:cubicBezTo>
                  <a:pt x="662771" y="243116"/>
                  <a:pt x="662560" y="240801"/>
                  <a:pt x="661298" y="238906"/>
                </a:cubicBezTo>
                <a:cubicBezTo>
                  <a:pt x="623413" y="189656"/>
                  <a:pt x="572690" y="152403"/>
                  <a:pt x="514179" y="131146"/>
                </a:cubicBezTo>
                <a:lnTo>
                  <a:pt x="505339" y="127989"/>
                </a:lnTo>
                <a:lnTo>
                  <a:pt x="514600" y="127989"/>
                </a:lnTo>
                <a:cubicBezTo>
                  <a:pt x="514600" y="127989"/>
                  <a:pt x="572900" y="126936"/>
                  <a:pt x="594999" y="126726"/>
                </a:cubicBezTo>
                <a:lnTo>
                  <a:pt x="596052" y="126726"/>
                </a:lnTo>
                <a:cubicBezTo>
                  <a:pt x="596052" y="126726"/>
                  <a:pt x="596473" y="127568"/>
                  <a:pt x="596473" y="127568"/>
                </a:cubicBezTo>
                <a:cubicBezTo>
                  <a:pt x="596894" y="128410"/>
                  <a:pt x="597736" y="129041"/>
                  <a:pt x="598367" y="129672"/>
                </a:cubicBezTo>
                <a:cubicBezTo>
                  <a:pt x="629517" y="150719"/>
                  <a:pt x="669506" y="161243"/>
                  <a:pt x="720650" y="161664"/>
                </a:cubicBezTo>
                <a:cubicBezTo>
                  <a:pt x="725070" y="161664"/>
                  <a:pt x="729700" y="161664"/>
                  <a:pt x="734120" y="161664"/>
                </a:cubicBezTo>
                <a:cubicBezTo>
                  <a:pt x="768637" y="161243"/>
                  <a:pt x="812836" y="158086"/>
                  <a:pt x="847564" y="135776"/>
                </a:cubicBezTo>
                <a:cubicBezTo>
                  <a:pt x="849668" y="134513"/>
                  <a:pt x="850931" y="131777"/>
                  <a:pt x="850721" y="129252"/>
                </a:cubicBezTo>
                <a:cubicBezTo>
                  <a:pt x="850721" y="126936"/>
                  <a:pt x="849248" y="125042"/>
                  <a:pt x="847353" y="123990"/>
                </a:cubicBezTo>
                <a:close/>
                <a:moveTo>
                  <a:pt x="295921" y="107363"/>
                </a:moveTo>
                <a:cubicBezTo>
                  <a:pt x="328544" y="60428"/>
                  <a:pt x="379478" y="28647"/>
                  <a:pt x="435463" y="19807"/>
                </a:cubicBezTo>
                <a:lnTo>
                  <a:pt x="438830" y="19386"/>
                </a:lnTo>
                <a:lnTo>
                  <a:pt x="437147" y="22333"/>
                </a:lnTo>
                <a:cubicBezTo>
                  <a:pt x="409996" y="73687"/>
                  <a:pt x="351485" y="95576"/>
                  <a:pt x="297605" y="110099"/>
                </a:cubicBezTo>
                <a:lnTo>
                  <a:pt x="292975" y="111362"/>
                </a:lnTo>
                <a:lnTo>
                  <a:pt x="295711" y="107573"/>
                </a:lnTo>
                <a:close/>
                <a:moveTo>
                  <a:pt x="437357" y="225226"/>
                </a:moveTo>
                <a:lnTo>
                  <a:pt x="439672" y="228804"/>
                </a:lnTo>
                <a:lnTo>
                  <a:pt x="435463" y="227752"/>
                </a:lnTo>
                <a:cubicBezTo>
                  <a:pt x="380530" y="214071"/>
                  <a:pt x="332122" y="181238"/>
                  <a:pt x="299078" y="135355"/>
                </a:cubicBezTo>
                <a:lnTo>
                  <a:pt x="296342" y="131356"/>
                </a:lnTo>
                <a:lnTo>
                  <a:pt x="300972" y="132619"/>
                </a:lnTo>
                <a:cubicBezTo>
                  <a:pt x="361167" y="149036"/>
                  <a:pt x="409575" y="181869"/>
                  <a:pt x="437357" y="225015"/>
                </a:cubicBezTo>
                <a:close/>
                <a:moveTo>
                  <a:pt x="449144" y="109467"/>
                </a:moveTo>
                <a:cubicBezTo>
                  <a:pt x="482608" y="57902"/>
                  <a:pt x="538804" y="22543"/>
                  <a:pt x="599419" y="14966"/>
                </a:cubicBezTo>
                <a:lnTo>
                  <a:pt x="602366" y="14545"/>
                </a:lnTo>
                <a:lnTo>
                  <a:pt x="601103" y="17281"/>
                </a:lnTo>
                <a:cubicBezTo>
                  <a:pt x="587633" y="47379"/>
                  <a:pt x="550169" y="99996"/>
                  <a:pt x="450617" y="111993"/>
                </a:cubicBezTo>
                <a:lnTo>
                  <a:pt x="447039" y="112414"/>
                </a:lnTo>
                <a:lnTo>
                  <a:pt x="448933" y="109257"/>
                </a:lnTo>
                <a:close/>
                <a:moveTo>
                  <a:pt x="638146" y="231961"/>
                </a:moveTo>
                <a:lnTo>
                  <a:pt x="640882" y="235118"/>
                </a:lnTo>
                <a:lnTo>
                  <a:pt x="636673" y="235118"/>
                </a:lnTo>
                <a:cubicBezTo>
                  <a:pt x="595631" y="231750"/>
                  <a:pt x="556694" y="221227"/>
                  <a:pt x="520914" y="203337"/>
                </a:cubicBezTo>
                <a:cubicBezTo>
                  <a:pt x="478820" y="182500"/>
                  <a:pt x="454405" y="158717"/>
                  <a:pt x="446197" y="130935"/>
                </a:cubicBezTo>
                <a:lnTo>
                  <a:pt x="445566" y="128831"/>
                </a:lnTo>
                <a:lnTo>
                  <a:pt x="451669" y="128831"/>
                </a:lnTo>
                <a:cubicBezTo>
                  <a:pt x="523019" y="139986"/>
                  <a:pt x="590790" y="177660"/>
                  <a:pt x="638146" y="231961"/>
                </a:cubicBezTo>
                <a:close/>
                <a:moveTo>
                  <a:pt x="825885" y="131988"/>
                </a:moveTo>
                <a:cubicBezTo>
                  <a:pt x="796419" y="145458"/>
                  <a:pt x="763165" y="147562"/>
                  <a:pt x="734541" y="147983"/>
                </a:cubicBezTo>
                <a:cubicBezTo>
                  <a:pt x="732226" y="147983"/>
                  <a:pt x="729911" y="147983"/>
                  <a:pt x="727806" y="147983"/>
                </a:cubicBezTo>
                <a:cubicBezTo>
                  <a:pt x="725491" y="147983"/>
                  <a:pt x="722965" y="147983"/>
                  <a:pt x="720650" y="147983"/>
                </a:cubicBezTo>
                <a:cubicBezTo>
                  <a:pt x="678135" y="147562"/>
                  <a:pt x="644039" y="139986"/>
                  <a:pt x="616467" y="124832"/>
                </a:cubicBezTo>
                <a:lnTo>
                  <a:pt x="614784" y="123779"/>
                </a:lnTo>
                <a:lnTo>
                  <a:pt x="616046" y="122306"/>
                </a:lnTo>
                <a:cubicBezTo>
                  <a:pt x="628043" y="106731"/>
                  <a:pt x="648880" y="98944"/>
                  <a:pt x="679608" y="98523"/>
                </a:cubicBezTo>
                <a:cubicBezTo>
                  <a:pt x="692237" y="98523"/>
                  <a:pt x="704654" y="99575"/>
                  <a:pt x="716020" y="100628"/>
                </a:cubicBezTo>
                <a:cubicBezTo>
                  <a:pt x="753273" y="104206"/>
                  <a:pt x="790316" y="113887"/>
                  <a:pt x="825885" y="129041"/>
                </a:cubicBezTo>
                <a:lnTo>
                  <a:pt x="829463" y="130514"/>
                </a:lnTo>
                <a:lnTo>
                  <a:pt x="825885" y="132198"/>
                </a:lnTo>
                <a:close/>
              </a:path>
            </a:pathLst>
          </a:custGeom>
          <a:solidFill>
            <a:schemeClr val="accent6">
              <a:lumMod val="50000"/>
            </a:schemeClr>
          </a:solidFill>
          <a:ln w="20955" cap="flat">
            <a:noFill/>
            <a:prstDash val="solid"/>
            <a:miter/>
          </a:ln>
        </p:spPr>
        <p:txBody>
          <a:bodyPr rtlCol="0" anchor="ctr"/>
          <a:lstStyle/>
          <a:p>
            <a:pPr marL="0" marR="0" lvl="0" indent="0" algn="l" defTabSz="1219140" rtl="0" eaLnBrk="0" fontAlgn="base" latinLnBrk="0" hangingPunct="0">
              <a:lnSpc>
                <a:spcPct val="100000"/>
              </a:lnSpc>
              <a:spcBef>
                <a:spcPct val="0"/>
              </a:spcBef>
              <a:spcAft>
                <a:spcPct val="0"/>
              </a:spcAft>
              <a:buClrTx/>
              <a:buSzTx/>
              <a:buFontTx/>
              <a:buNone/>
              <a:tabLst/>
              <a:defRPr/>
            </a:pPr>
            <a:endParaRPr kumimoji="1" lang="ko-KR" altLang="en-US" sz="2400" b="0" i="0" u="none" strike="noStrike" kern="1200" cap="none" spc="0" normalizeH="0" baseline="0" noProof="0">
              <a:ln>
                <a:noFill/>
              </a:ln>
              <a:solidFill>
                <a:prstClr val="black"/>
              </a:solidFill>
              <a:effectLst/>
              <a:uLnTx/>
              <a:uFillTx/>
              <a:latin typeface="굴림" panose="020B0600000101010101" pitchFamily="34" charset="-127"/>
              <a:ea typeface="굴림" panose="020B0600000101010101" pitchFamily="34" charset="-127"/>
              <a:cs typeface="+mn-cs"/>
            </a:endParaRPr>
          </a:p>
        </p:txBody>
      </p:sp>
      <p:sp>
        <p:nvSpPr>
          <p:cNvPr id="6" name="TextBox 5">
            <a:extLst>
              <a:ext uri="{FF2B5EF4-FFF2-40B4-BE49-F238E27FC236}">
                <a16:creationId xmlns:a16="http://schemas.microsoft.com/office/drawing/2014/main" id="{3F0B8729-3DE5-F574-A00E-A2D375E3F9CD}"/>
              </a:ext>
            </a:extLst>
          </p:cNvPr>
          <p:cNvSpPr txBox="1"/>
          <p:nvPr/>
        </p:nvSpPr>
        <p:spPr>
          <a:xfrm>
            <a:off x="541691" y="2565221"/>
            <a:ext cx="3867332" cy="523220"/>
          </a:xfrm>
          <a:prstGeom prst="rect">
            <a:avLst/>
          </a:prstGeom>
          <a:noFill/>
        </p:spPr>
        <p:txBody>
          <a:bodyPr wrap="square" rtlCol="0">
            <a:spAutoFit/>
          </a:bodyPr>
          <a:lstStyle/>
          <a:p>
            <a:pPr marL="0" marR="0" lvl="0" indent="0" algn="l" defTabSz="1219140" rtl="0" eaLnBrk="0" fontAlgn="base" latinLnBrk="0" hangingPunct="0">
              <a:lnSpc>
                <a:spcPct val="100000"/>
              </a:lnSpc>
              <a:spcBef>
                <a:spcPct val="0"/>
              </a:spcBef>
              <a:spcAft>
                <a:spcPct val="0"/>
              </a:spcAft>
              <a:buClrTx/>
              <a:buSzTx/>
              <a:buFontTx/>
              <a:buNone/>
              <a:tabLst/>
              <a:defRPr sz="2800">
                <a:solidFill>
                  <a:srgbClr val="8FA79F"/>
                </a:solidFill>
                <a:latin typeface="나눔스퀘어 네오 ExtraBold"/>
              </a:defRPr>
            </a:pPr>
            <a:r>
              <a:t>1Co 1:1-2</a:t>
            </a:r>
            <a:endParaRPr kumimoji="1" lang="en-US" altLang="ko-KR" sz="2800" b="1" i="0" u="none" strike="noStrike" kern="1200" cap="none" spc="0" normalizeH="0" baseline="0" noProof="0" dirty="0">
              <a:ln>
                <a:noFill/>
              </a:ln>
              <a:solidFill>
                <a:srgbClr val="8FA79F"/>
              </a:solidFill>
              <a:effectLst/>
              <a:uLnTx/>
              <a:uFillTx/>
              <a:latin typeface="나눔스퀘어 네오 ExtraBold" panose="00000900000000000000" pitchFamily="2" charset="-127"/>
              <a:ea typeface="나눔스퀘어 네오 ExtraBold" panose="00000900000000000000" pitchFamily="2" charset="-127"/>
              <a:cs typeface="+mn-cs"/>
            </a:endParaRPr>
          </a:p>
          <a:p>
            <a:pPr>
              <a:defRPr sz="2800">
                <a:solidFill>
                  <a:srgbClr val="8FA79F"/>
                </a:solidFill>
                <a:latin typeface="나눔스퀘어 네오 ExtraBold"/>
              </a:defRPr>
            </a:pPr>
          </a:p>
        </p:txBody>
      </p:sp>
      <p:sp>
        <p:nvSpPr>
          <p:cNvPr id="5" name="TextBox 4">
            <a:extLst>
              <a:ext uri="{FF2B5EF4-FFF2-40B4-BE49-F238E27FC236}">
                <a16:creationId xmlns:a16="http://schemas.microsoft.com/office/drawing/2014/main" id="{66F56BDC-842A-F82D-62A9-29DCB99DBEEB}"/>
              </a:ext>
            </a:extLst>
          </p:cNvPr>
          <p:cNvSpPr txBox="1"/>
          <p:nvPr/>
        </p:nvSpPr>
        <p:spPr>
          <a:xfrm>
            <a:off x="4606904" y="414536"/>
            <a:ext cx="7246825" cy="369332"/>
          </a:xfrm>
          <a:prstGeom prst="rect">
            <a:avLst/>
          </a:prstGeom>
          <a:noFill/>
        </p:spPr>
        <p:txBody>
          <a:bodyPr wrap="square" rtlCol="0">
            <a:spAutoFit/>
          </a:bodyPr>
          <a:lstStyle/>
          <a:p>
            <a:r>
              <a:rPr sz="2800">
                <a:solidFill>
                  <a:srgbClr val="1F3337"/>
                </a:solidFill>
                <a:latin typeface="나눔스퀘어 네오 Bold"/>
              </a:rPr>
              <a:t>¹ 하나님의 뜻을 따라 그리스도 예수의 사도로 부르심을 받은 바울과 형제 소스데네는</a:t>
            </a:r>
          </a:p>
          <a:p>
            <a:r>
              <a:rPr sz="2800">
                <a:solidFill>
                  <a:srgbClr val="1F3337"/>
                </a:solidFill>
                <a:latin typeface="나눔스퀘어 네오 Bold"/>
              </a:rPr>
              <a:t>² 고린도에 있는 하나님의 교회 곧 그리스도 예수 안에서 거룩하여지고 성도라 부르심을 받은 자들과 또 각처에서 우리의 주 곧 그들과 우리의 주 되신 예수 그리스도의 이름을 부르는 모든 자들에게</a:t>
            </a:r>
          </a:p>
        </p:txBody>
      </p:sp>
      <p:sp>
        <p:nvSpPr>
          <p:cNvPr id="3" name="TextBox 2">
            <a:extLst>
              <a:ext uri="{FF2B5EF4-FFF2-40B4-BE49-F238E27FC236}">
                <a16:creationId xmlns:a16="http://schemas.microsoft.com/office/drawing/2014/main" id="{9992D8C0-60E8-B6D2-A388-9B378A00EBBC}"/>
              </a:ext>
            </a:extLst>
          </p:cNvPr>
          <p:cNvSpPr txBox="1"/>
          <p:nvPr/>
        </p:nvSpPr>
        <p:spPr>
          <a:xfrm>
            <a:off x="4606908" y="3992331"/>
            <a:ext cx="7246821" cy="369332"/>
          </a:xfrm>
          <a:prstGeom prst="rect">
            <a:avLst/>
          </a:prstGeom>
          <a:noFill/>
        </p:spPr>
        <p:txBody>
          <a:bodyPr wrap="square" rtlCol="0">
            <a:spAutoFit/>
          </a:bodyPr>
          <a:lstStyle/>
          <a:p>
            <a:pPr latinLnBrk="0">
              <a:defRPr sz="2000">
                <a:solidFill>
                  <a:srgbClr val="4F655E"/>
                </a:solidFill>
                <a:latin typeface="Segoe UI Variable Text Semibold"/>
              </a:defRPr>
            </a:pPr>
            <a:r>
              <a:t>¹ Paul, called by the will of God to be an apostle of Christ Jesus, and our brother Sosthenes,</a:t>
            </a:r>
            <a:endParaRPr lang="ko-KR" altLang="en-US" dirty="0"/>
          </a:p>
          <a:p>
            <a:pPr>
              <a:defRPr sz="2000">
                <a:solidFill>
                  <a:srgbClr val="4F655E"/>
                </a:solidFill>
                <a:latin typeface="Segoe UI Variable Text Semibold"/>
              </a:defRPr>
            </a:pPr>
            <a:r>
              <a:t>² To the church of God that is in Corinth, to those sanctified in Christ Jesus, called to be saints together with all those who in every place call upon the name of our Lord Jesus Christ, both their Lord and ours:</a:t>
            </a:r>
          </a:p>
        </p:txBody>
      </p:sp>
    </p:spTree>
  </p:cSld>
  <p:clrMapOvr>
    <a:masterClrMapping/>
  </p:clrMapOvr>
</p:sld>
</file>

<file path=ppt/theme/theme1.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디자인 사용자 지정">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30</TotalTime>
  <Words>14</Words>
  <Application>Microsoft Office PowerPoint</Application>
  <PresentationFormat>와이드스크린</PresentationFormat>
  <Paragraphs>5</Paragraphs>
  <Slides>1</Slides>
  <Notes>1</Notes>
  <HiddenSlides>0</HiddenSlides>
  <MMClips>0</MMClips>
  <ScaleCrop>false</ScaleCrop>
  <HeadingPairs>
    <vt:vector size="6" baseType="variant">
      <vt:variant>
        <vt:lpstr>사용한 글꼴</vt:lpstr>
      </vt:variant>
      <vt:variant>
        <vt:i4>4</vt:i4>
      </vt:variant>
      <vt:variant>
        <vt:lpstr>테마</vt:lpstr>
      </vt:variant>
      <vt:variant>
        <vt:i4>2</vt:i4>
      </vt:variant>
      <vt:variant>
        <vt:lpstr>슬라이드 제목</vt:lpstr>
      </vt:variant>
      <vt:variant>
        <vt:i4>1</vt:i4>
      </vt:variant>
    </vt:vector>
  </HeadingPairs>
  <TitlesOfParts>
    <vt:vector size="7" baseType="lpstr">
      <vt:lpstr>굴림</vt:lpstr>
      <vt:lpstr>나눔스퀘어 네오 ExtraBold</vt:lpstr>
      <vt:lpstr>맑은 고딕</vt:lpstr>
      <vt:lpstr>Arial</vt:lpstr>
      <vt:lpstr>Office 테마</vt:lpstr>
      <vt:lpstr>디자인 사용자 지정</vt:lpstr>
      <vt:lpstr>PowerPoint 프레젠테이션</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민규 김</dc:creator>
  <cp:lastModifiedBy>민규 김</cp:lastModifiedBy>
  <cp:revision>12</cp:revision>
  <dcterms:created xsi:type="dcterms:W3CDTF">2025-05-12T06:07:20Z</dcterms:created>
  <dcterms:modified xsi:type="dcterms:W3CDTF">2025-07-17T01:31:39Z</dcterms:modified>
</cp:coreProperties>
</file>