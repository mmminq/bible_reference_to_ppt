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4772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298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5E7732-32E2-EA1A-E2E1-BBB7D3A30B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B091D2-73F7-62D1-9DB5-D657B7275F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B2798A-6DB0-BEA1-4256-0986682FF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8B68DD-A059-93C4-1F5D-6A536697B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361E64-4588-5B75-120C-7465EF93F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0702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9E1A13-DA5E-B33E-9A0E-0311E562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266AB5-8D3D-8EDE-52C9-0C759E702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78D646-0716-10BB-FB63-A1F534CDC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2D52AF-0D65-4550-B685-CF373C35D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E7D448-A313-35A9-169F-E50806902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620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C91EF1-B869-6542-0BCB-4D4963023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A5D62D-067D-5329-00DF-AA81F95AE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56674C-91CD-02C3-7F44-66820EEF1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F8E788-5E59-2A93-D0B8-68E6EFE28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ADFB97-1B7B-637A-EBF1-FE361FB9D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3805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6F0453-CA82-E6D7-4368-0984B10B4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489ACE-0973-6D9C-69B9-67811D09A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92E260-5A60-3295-E36E-8B53C3B97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A8ED4A-BC61-41F8-8C89-0ECE48B8E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8C01F0-E2BD-6512-0903-746A9C458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BDB509-000B-21BB-E6A4-324311AF2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8308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D10C5-0F54-246A-C183-8C9E045C0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4E18FD-30CD-1B58-68BE-EBA222127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5BB73-A4F7-40F0-4482-CEBF8DAB69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5B7473-11FA-87F9-ACC6-2FDBCC5C8D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BFD4DB-FF59-1274-2205-C8399B4E29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6F039F-54D9-F611-6B40-B5EE8A67F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18E3818-D680-2703-E747-1AAE07B05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79A6F54-36C3-1453-DB13-33B6D191E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0159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CCE3CD-01CD-DB07-9DEA-F789F555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218139-0BD9-7E65-ED9B-3B55F6521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C041A41-E2E0-042A-9A60-9EB1D2A8E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ED3BCB-F012-DAED-7929-DFF86082A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50793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58533F-4E19-A61B-1CC3-1B37414C5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4448466-3913-A76F-4B93-9DD2AF260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DFE27-651A-F79B-FC02-A7B396A4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650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72BCC7-251F-BFEF-C42C-966DFBB6F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827EB3-E789-C5C3-9AE8-FE01C486B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31CE4BD-5D63-8E39-644D-9D1DB57D1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6C75F8A-5A01-6328-30FE-507A41120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ACF5CFF-29CC-7405-2CC6-A5FFF975F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B070C8-BB54-84F9-44FD-C4988995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60100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53E7F7-430E-DF29-A907-1E7278D9C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8D3ECFE-778E-FF6C-8566-585D48061A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E822EC-CA3A-CF18-980D-1E4F5B0EF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0817CC-AEEE-A396-3146-5B836E218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8F52151-B15F-286C-5A38-6E146957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41B3B1-977C-A6B3-64AE-92DFFA07E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84079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49232F-0259-D281-482A-795E3A012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487E5-ECAB-E31D-556E-0F72061D22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67B21D-6700-E965-D8AA-5757BD41E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1B398F-B066-AE39-4626-2CC623A84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BFD0D5-BCF5-1746-90C3-99423EB5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9924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1D96222-EAA6-F744-F27C-B7D5E2DB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41E7DE-98A9-3340-B0A6-C6121D3455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4A835-7DE6-531E-913F-229CFC3BD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70D9F8-7396-3FBC-730C-BCDFE9D78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34139E-ADE1-80AE-29CE-297CBC11E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5113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638AA3E-3CBE-0E31-C25B-DDF1738E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9386C2-7F03-5DC4-B6E0-7465E53BB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CDF101-707F-4943-8E03-9E19AD6D0D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C7C8F-822A-4723-A724-B24BDCABEA27}" type="datetimeFigureOut">
              <a:rPr lang="ko-KR" altLang="en-US" smtClean="0"/>
              <a:t>2025-07-17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ADDCAF-B549-10B8-1F53-689C68F0E3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DD43F-1E1B-4880-B829-C75EF985C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89A9E9-A8B1-4524-AE75-5A6692DCE9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458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3729">
                <a:solidFill>
                  <a:srgbClr val="1F3337"/>
                </a:solidFill>
                <a:latin typeface="나눔스퀘어 네오 ExtraBold"/>
              </a:rPr>
              <a:t>고린도전서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r>
              <a:rPr sz="3729">
                <a:solidFill>
                  <a:srgbClr val="1F3337"/>
                </a:solidFill>
                <a:latin typeface="나눔스퀘어 네오 ExtraBold"/>
              </a:rPr>
              <a:t>13:1,3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1Co 13:1,3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800">
                <a:solidFill>
                  <a:srgbClr val="1F3337"/>
                </a:solidFill>
                <a:latin typeface="나눔스퀘어 네오 Bold"/>
              </a:rPr>
              <a:t>¹ 내가 사람의 방언과 천사의 말을 할지라도 사랑이 없으면 소리 나는 구리와 울리는 꽹과리가 되고</a:t>
            </a:r>
          </a:p>
          <a:p>
            <a:r>
              <a:rPr sz="2800">
                <a:solidFill>
                  <a:srgbClr val="1F3337"/>
                </a:solidFill>
                <a:latin typeface="나눔스퀘어 네오 Bold"/>
              </a:rPr>
              <a:t>³ 내가 내게 있는 모든 것으로 구제하고 또 내 몸을 불사르게 내줄지라도 사랑이 없으면 내게 아무 유익이 없느니라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8" y="399233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>
              <a:defRPr sz="2000">
                <a:solidFill>
                  <a:srgbClr val="4F655E"/>
                </a:solidFill>
                <a:latin typeface="Segoe UI Variable Text Semibold"/>
              </a:defRPr>
            </a:pPr>
            <a:r>
              <a:t>¹ If I speak in the tongues of men and of angels, but have not love, I am a noisy gong or a clanging cymbal.</a:t>
            </a:r>
            <a:endParaRPr lang="ko-KR" altLang="en-US" dirty="0"/>
          </a:p>
          <a:p>
            <a:pPr>
              <a:defRPr sz="2000">
                <a:solidFill>
                  <a:srgbClr val="4F655E"/>
                </a:solidFill>
                <a:latin typeface="Segoe UI Variable Text Semibold"/>
              </a:defRPr>
            </a:pPr>
            <a:r>
              <a:t>³ If I give away all I have, and if I deliver up my body to be burned, but have not love, I gain nothing.</a:t>
            </a:r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굴림</vt:lpstr>
      <vt:lpstr>나눔스퀘어 네오 ExtraBold</vt:lpstr>
      <vt:lpstr>맑은 고딕</vt:lpstr>
      <vt:lpstr>Arial</vt:lpstr>
      <vt:lpstr>Office 테마</vt:lpstr>
      <vt:lpstr>디자인 사용자 지정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민규 김</cp:lastModifiedBy>
  <cp:revision>12</cp:revision>
  <dcterms:created xsi:type="dcterms:W3CDTF">2025-05-12T06:07:20Z</dcterms:created>
  <dcterms:modified xsi:type="dcterms:W3CDTF">2025-07-17T01:31:39Z</dcterms:modified>
</cp:coreProperties>
</file>