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  <p:sldId id="477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45" y="1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1:1-3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1:1-3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 태초에 하나님이 천지를 창조하시니라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² 땅이 혼돈하고 공허하며 흑암이 깊음 위에 있고 하나님의 영은 수면 위에 운행하시니라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³ 하나님이 이르시되 빛이 있으라 하시니 빛이 있었고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 In the beginning, God created the heavens and the earth.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² The earth was without form and void, and darkness was over the face of the deep. And the Spirit of God was hovering over the face of the waters.</a:t>
            </a:r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³ And God said, "Let there be light," and there was light.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시편 1:1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고린도전서 3:3</a:t>
            </a: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Psa 1:1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1Co 3:3</a:t>
            </a: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¹˸¹ 복 있는 사람은 악인들의 꾀를 따르지 아니하며 죄인들의 길에 서지 아니하며 오만한 자들의 자리에 앉지 아니하고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³˸³ 너희는 아직도 육신에 속한 자로다 너희 가운데 시기와 분쟁이 있으니 어찌 육신에 속하여 사람을 따라 행함이 아니리요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¹˸¹ Blessed is the manwho walks not in the counsel of the wicked, nor stands in the way of sinners, nor sits in the seat of scoffers;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³˸³ for you are still of the flesh. For while there is jealousy and strife among you, are you not of the flesh and behaving only in a human way?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11</cp:revision>
  <dcterms:created xsi:type="dcterms:W3CDTF">2025-05-12T06:07:20Z</dcterms:created>
  <dcterms:modified xsi:type="dcterms:W3CDTF">2025-06-04T11:09:17Z</dcterms:modified>
</cp:coreProperties>
</file>