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772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1548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1D49D-48C3-4654-940B-94FADE24DBDF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290E5-5EE5-43B8-A18A-ABB6656D83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62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3B96-9B31-63B4-D6B9-93064D60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E35CC0-22A6-DF96-694D-0E65A5849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0BBEC3-DF55-4534-C0C2-EF20A46F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EC903-7C7E-3191-A128-2B9621AF3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ECCC45-F207-3B42-B10B-6DF28C56C96A}" type="slidenum">
              <a:rPr kumimoji="1" lang="ko-Kore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굴림" panose="020B0600000101010101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ko-Kore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3291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D1410C-B4CA-3083-36DE-FCAFA0942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C16DA8-E357-48E5-8E70-253F2E476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93BAA-74E4-C4E1-E2AE-68CFCB35A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D2A7D5-EDA6-B1E4-04DA-3E939DDD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2E7B02-9422-6F2B-9C1D-071F28DAB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74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1EFFA-9DFC-8E6D-A5CD-34A2AD7E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066884-F04C-FF61-41C1-3F5473681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A78DDF-49B0-CAEB-032A-9015199D1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7377AD-A50B-9DF7-6ABD-896EE9D0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692B5C-1F6F-0C83-06E1-D13E631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03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053BB-41CE-26DF-9C2E-D80317C5D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97FE54-22BC-7A13-8530-F6795E441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9C7B9D-E03A-391D-E537-58E04990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2A9BEF-C78E-C99C-D0D4-F8BA67E6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A8CDA-CC8B-A57D-B2F3-B35B8AE1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872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BD9B2-5097-B8E6-61D6-DA36B2CB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F5F650-4199-B012-07B9-E1086FA7A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1E7E30-6919-060F-9C71-B527F320D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B4D85A-1458-98DF-4F0F-A00FFE32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3296A-8C4F-809B-6630-974002B3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F188EB-A03D-5493-D967-D287A369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24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1D7EEA-0EC4-5D4D-7540-0A8784DB1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E93683-E8D0-D0A2-163B-363A9D528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B7FC5-FC2A-EA56-069A-F8672314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A14B28-010C-1695-9F44-095D0D8AE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4424CB-1AFB-3BBD-F71D-6F57A80DE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A6344E-A2EA-9BD2-95AE-3FC770AD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B1029D-3636-272C-0D76-FB17AA728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DBBCC7-329C-6D49-3545-7438D1F3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4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079139-583F-C532-FDEE-E8AF5DA9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157DAF-61C0-2660-C65E-C89B82F9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3D9768-E5E4-2D8F-2C14-D3748C3B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3BB3A9-027D-A3C1-1811-808B9A18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63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CCD115-14DF-A567-E5D7-5B7EDE82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2CBF1-C5F6-BEE0-839B-DB3AE50F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39018-7564-74B1-565B-B9974616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26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B148F-A582-89A0-141C-9F6BF455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7F1B-BF8F-3FC2-6681-1DEDD2C28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3B0ABB-4099-6070-2898-AE4C5B3F3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FC366E-F98F-875E-1C4B-E547D2234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FAA24C-6F41-A0F1-E224-4547419F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E8F2D6-CF90-B27B-D923-49C76E95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32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A999C-4DB5-BDA2-004F-6C9819A69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7B3C6-36FF-19C7-2723-B3903E30DF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AE333C-3EE2-7501-E446-4D5DEE75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B23E12-9002-9B17-8CC8-2540E16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ACE59E-567D-D742-D71D-4AA51A7F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B7901B-D6FB-6758-1241-D87E28F2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09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397A8-BA50-7369-5D12-205331C1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F3CD-1CFB-89BE-BBF3-85B70286B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D95-8935-21BA-8ACE-3A199365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166E78-9756-63D3-5A9E-406B8EE1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244FED-BBBB-185E-4993-16937C8E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9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86D3EF-0DCC-FA42-FF00-F1034DCC1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EC60E4-0E2C-CA43-24BE-8FDB5EE64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23D84-25A6-A156-3A55-0B9548764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2D1E4-9173-A63C-AB0E-D627CA0E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3933B-C986-9A48-5058-7A0F2720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4613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45AF03-B77F-3B9C-0D50-F43566D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99D64E-7686-48F4-3A49-F4A18E43A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4F641-BE21-3760-61D1-E8767A537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AA6E2-D414-62F2-AC16-D3063604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22650-C21E-2B62-8C75-7307D8F986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712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7C03-7DE0-E0F9-8167-0878D3D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창세기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1:1</a:t>
            </a: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창세기</a:t>
            </a: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2:2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Gen 1:1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Gen 2:2</a:t>
            </a: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¹ 태초에 하나님이 천지를 창조하시니라</a:t>
            </a:r>
          </a:p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² 하나님이 그가 하시던 일을 일곱째 날에 마치시니 그가 하시던 모든 일을 그치고 일곱째 날에 안식하시니라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4" y="308844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¹ In the beginning, God created the heavens and the earth.</a:t>
            </a:r>
            <a:endParaRPr lang="ko-KR" altLang="en-US" dirty="0"/>
          </a:p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² And on the seventh day God finished his work that he had done, and he rested on the seventh day from all his work that he had done.</a:t>
            </a:r>
          </a:p>
        </p:txBody>
      </p:sp>
    </p:spTree>
    <p:extLst>
      <p:ext uri="{BB962C8B-B14F-4D97-AF65-F5344CB8AC3E}">
        <p14:creationId xmlns:p14="http://schemas.microsoft.com/office/powerpoint/2010/main" val="238130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굴림</vt:lpstr>
      <vt:lpstr>나눔스퀘어 네오 ExtraBold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민규 김</dc:creator>
  <cp:lastModifiedBy>공식 유평교회</cp:lastModifiedBy>
  <cp:revision>10</cp:revision>
  <dcterms:created xsi:type="dcterms:W3CDTF">2025-05-12T06:07:20Z</dcterms:created>
  <dcterms:modified xsi:type="dcterms:W3CDTF">2025-06-01T04:39:38Z</dcterms:modified>
</cp:coreProperties>
</file>